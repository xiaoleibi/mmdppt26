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4"/>
  </p:sldMasterIdLst>
  <p:notesMasterIdLst>
    <p:notesMasterId r:id="rId24"/>
  </p:notesMasterIdLst>
  <p:sldIdLst>
    <p:sldId id="256" r:id="rId5"/>
    <p:sldId id="261" r:id="rId6"/>
    <p:sldId id="337" r:id="rId7"/>
    <p:sldId id="339" r:id="rId8"/>
    <p:sldId id="269" r:id="rId9"/>
    <p:sldId id="272" r:id="rId10"/>
    <p:sldId id="274" r:id="rId11"/>
    <p:sldId id="275" r:id="rId12"/>
    <p:sldId id="341" r:id="rId13"/>
    <p:sldId id="342" r:id="rId14"/>
    <p:sldId id="287" r:id="rId15"/>
    <p:sldId id="290" r:id="rId16"/>
    <p:sldId id="292" r:id="rId17"/>
    <p:sldId id="335" r:id="rId18"/>
    <p:sldId id="264" r:id="rId19"/>
    <p:sldId id="315" r:id="rId20"/>
    <p:sldId id="266" r:id="rId21"/>
    <p:sldId id="277" r:id="rId22"/>
    <p:sldId id="343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sektion" id="{94BE0532-577A-4ADC-B5D6-E84A3B700A59}">
          <p14:sldIdLst>
            <p14:sldId id="256"/>
          </p14:sldIdLst>
        </p14:section>
        <p14:section name="html form" id="{AE640866-7D65-4604-97F0-34BABA1883B2}">
          <p14:sldIdLst>
            <p14:sldId id="261"/>
            <p14:sldId id="337"/>
            <p14:sldId id="339"/>
            <p14:sldId id="269"/>
            <p14:sldId id="272"/>
            <p14:sldId id="274"/>
            <p14:sldId id="275"/>
            <p14:sldId id="341"/>
            <p14:sldId id="342"/>
            <p14:sldId id="287"/>
            <p14:sldId id="290"/>
            <p14:sldId id="292"/>
            <p14:sldId id="335"/>
          </p14:sldIdLst>
        </p14:section>
        <p14:section name="html Semantic" id="{283AC04E-E0C3-4F14-9796-77E22F42592D}">
          <p14:sldIdLst>
            <p14:sldId id="264"/>
            <p14:sldId id="315"/>
            <p14:sldId id="266"/>
            <p14:sldId id="277"/>
            <p14:sldId id="343"/>
          </p14:sldIdLst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4AAA0D2-6709-C93A-598B-B5DCD390E9C8}" name="Sofie Donslund Malling" initials="SM" userId="S::sofma02@eamv.dk::0ada9a24-bdaf-4cba-884d-127c2de7f75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45" dt="2026-09-21T14:34:13.416"/>
    <p1510:client id="{275D7EE5-A606-9A43-190F-23E27D3F674F}" v="7" dt="2026-09-21T13:59:07.573"/>
    <p1510:client id="{4118A2B0-9B97-662B-77FB-D78DD81C44BB}" v="29" dt="2026-09-21T13:51:05.430"/>
    <p1510:client id="{842DD34E-345C-84FE-FF68-33D2DBCFFCFD}" v="5" dt="2026-09-21T14:00:33.259"/>
    <p1510:client id="{E5E08058-3E3F-C045-8922-3D14865B99DD}" v="82" dt="2026-09-21T14:34:34.9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aolei Bi" userId="S::xbi@eamv.dk::4defdd0b-eb6b-464a-acc0-49fc44ef47a7" providerId="AD" clId="Web-{275D7EE5-A606-9A43-190F-23E27D3F674F}"/>
    <pc:docChg chg="addSld">
      <pc:chgData name="Xiaolei Bi" userId="S::xbi@eamv.dk::4defdd0b-eb6b-464a-acc0-49fc44ef47a7" providerId="AD" clId="Web-{275D7EE5-A606-9A43-190F-23E27D3F674F}" dt="2026-09-21T13:59:07.792" v="27"/>
      <pc:docMkLst>
        <pc:docMk/>
      </pc:docMkLst>
      <pc:sldChg chg="add">
        <pc:chgData name="Xiaolei Bi" userId="S::xbi@eamv.dk::4defdd0b-eb6b-464a-acc0-49fc44ef47a7" providerId="AD" clId="Web-{275D7EE5-A606-9A43-190F-23E27D3F674F}" dt="2026-09-21T13:59:06.214" v="1"/>
        <pc:sldMkLst>
          <pc:docMk/>
          <pc:sldMk cId="0" sldId="261"/>
        </pc:sldMkLst>
      </pc:sldChg>
      <pc:sldChg chg="add">
        <pc:chgData name="Xiaolei Bi" userId="S::xbi@eamv.dk::4defdd0b-eb6b-464a-acc0-49fc44ef47a7" providerId="AD" clId="Web-{275D7EE5-A606-9A43-190F-23E27D3F674F}" dt="2026-09-21T13:59:06.245" v="2"/>
        <pc:sldMkLst>
          <pc:docMk/>
          <pc:sldMk cId="0" sldId="262"/>
        </pc:sldMkLst>
      </pc:sldChg>
      <pc:sldChg chg="add">
        <pc:chgData name="Xiaolei Bi" userId="S::xbi@eamv.dk::4defdd0b-eb6b-464a-acc0-49fc44ef47a7" providerId="AD" clId="Web-{275D7EE5-A606-9A43-190F-23E27D3F674F}" dt="2026-09-21T13:59:06.308" v="3"/>
        <pc:sldMkLst>
          <pc:docMk/>
          <pc:sldMk cId="0" sldId="263"/>
        </pc:sldMkLst>
      </pc:sldChg>
      <pc:sldChg chg="add">
        <pc:chgData name="Xiaolei Bi" userId="S::xbi@eamv.dk::4defdd0b-eb6b-464a-acc0-49fc44ef47a7" providerId="AD" clId="Web-{275D7EE5-A606-9A43-190F-23E27D3F674F}" dt="2026-09-21T13:59:06.402" v="5"/>
        <pc:sldMkLst>
          <pc:docMk/>
          <pc:sldMk cId="0" sldId="265"/>
        </pc:sldMkLst>
      </pc:sldChg>
      <pc:sldChg chg="add">
        <pc:chgData name="Xiaolei Bi" userId="S::xbi@eamv.dk::4defdd0b-eb6b-464a-acc0-49fc44ef47a7" providerId="AD" clId="Web-{275D7EE5-A606-9A43-190F-23E27D3F674F}" dt="2026-09-21T13:59:06.464" v="7"/>
        <pc:sldMkLst>
          <pc:docMk/>
          <pc:sldMk cId="0" sldId="267"/>
        </pc:sldMkLst>
      </pc:sldChg>
      <pc:sldChg chg="add">
        <pc:chgData name="Xiaolei Bi" userId="S::xbi@eamv.dk::4defdd0b-eb6b-464a-acc0-49fc44ef47a7" providerId="AD" clId="Web-{275D7EE5-A606-9A43-190F-23E27D3F674F}" dt="2026-09-21T13:59:06.667" v="9"/>
        <pc:sldMkLst>
          <pc:docMk/>
          <pc:sldMk cId="0" sldId="269"/>
        </pc:sldMkLst>
      </pc:sldChg>
      <pc:sldChg chg="add">
        <pc:chgData name="Xiaolei Bi" userId="S::xbi@eamv.dk::4defdd0b-eb6b-464a-acc0-49fc44ef47a7" providerId="AD" clId="Web-{275D7EE5-A606-9A43-190F-23E27D3F674F}" dt="2026-09-21T13:59:06.777" v="11"/>
        <pc:sldMkLst>
          <pc:docMk/>
          <pc:sldMk cId="0" sldId="271"/>
        </pc:sldMkLst>
      </pc:sldChg>
      <pc:sldChg chg="add">
        <pc:chgData name="Xiaolei Bi" userId="S::xbi@eamv.dk::4defdd0b-eb6b-464a-acc0-49fc44ef47a7" providerId="AD" clId="Web-{275D7EE5-A606-9A43-190F-23E27D3F674F}" dt="2026-09-21T13:59:06.870" v="12"/>
        <pc:sldMkLst>
          <pc:docMk/>
          <pc:sldMk cId="0" sldId="272"/>
        </pc:sldMkLst>
      </pc:sldChg>
      <pc:sldChg chg="add">
        <pc:chgData name="Xiaolei Bi" userId="S::xbi@eamv.dk::4defdd0b-eb6b-464a-acc0-49fc44ef47a7" providerId="AD" clId="Web-{275D7EE5-A606-9A43-190F-23E27D3F674F}" dt="2026-09-21T13:59:06.917" v="13"/>
        <pc:sldMkLst>
          <pc:docMk/>
          <pc:sldMk cId="0" sldId="273"/>
        </pc:sldMkLst>
      </pc:sldChg>
      <pc:sldChg chg="add">
        <pc:chgData name="Xiaolei Bi" userId="S::xbi@eamv.dk::4defdd0b-eb6b-464a-acc0-49fc44ef47a7" providerId="AD" clId="Web-{275D7EE5-A606-9A43-190F-23E27D3F674F}" dt="2026-09-21T13:59:06.964" v="14"/>
        <pc:sldMkLst>
          <pc:docMk/>
          <pc:sldMk cId="0" sldId="274"/>
        </pc:sldMkLst>
      </pc:sldChg>
      <pc:sldChg chg="add">
        <pc:chgData name="Xiaolei Bi" userId="S::xbi@eamv.dk::4defdd0b-eb6b-464a-acc0-49fc44ef47a7" providerId="AD" clId="Web-{275D7EE5-A606-9A43-190F-23E27D3F674F}" dt="2026-09-21T13:59:07.027" v="15"/>
        <pc:sldMkLst>
          <pc:docMk/>
          <pc:sldMk cId="0" sldId="275"/>
        </pc:sldMkLst>
      </pc:sldChg>
      <pc:sldChg chg="add">
        <pc:chgData name="Xiaolei Bi" userId="S::xbi@eamv.dk::4defdd0b-eb6b-464a-acc0-49fc44ef47a7" providerId="AD" clId="Web-{275D7EE5-A606-9A43-190F-23E27D3F674F}" dt="2026-09-21T13:59:07.058" v="16"/>
        <pc:sldMkLst>
          <pc:docMk/>
          <pc:sldMk cId="0" sldId="276"/>
        </pc:sldMkLst>
      </pc:sldChg>
      <pc:sldChg chg="add">
        <pc:chgData name="Xiaolei Bi" userId="S::xbi@eamv.dk::4defdd0b-eb6b-464a-acc0-49fc44ef47a7" providerId="AD" clId="Web-{275D7EE5-A606-9A43-190F-23E27D3F674F}" dt="2026-09-21T13:59:07.167" v="18"/>
        <pc:sldMkLst>
          <pc:docMk/>
          <pc:sldMk cId="0" sldId="278"/>
        </pc:sldMkLst>
      </pc:sldChg>
      <pc:sldChg chg="add">
        <pc:chgData name="Xiaolei Bi" userId="S::xbi@eamv.dk::4defdd0b-eb6b-464a-acc0-49fc44ef47a7" providerId="AD" clId="Web-{275D7EE5-A606-9A43-190F-23E27D3F674F}" dt="2026-09-21T13:59:07.230" v="19"/>
        <pc:sldMkLst>
          <pc:docMk/>
          <pc:sldMk cId="0" sldId="279"/>
        </pc:sldMkLst>
      </pc:sldChg>
      <pc:sldChg chg="add">
        <pc:chgData name="Xiaolei Bi" userId="S::xbi@eamv.dk::4defdd0b-eb6b-464a-acc0-49fc44ef47a7" providerId="AD" clId="Web-{275D7EE5-A606-9A43-190F-23E27D3F674F}" dt="2026-09-21T13:59:07.292" v="20"/>
        <pc:sldMkLst>
          <pc:docMk/>
          <pc:sldMk cId="0" sldId="280"/>
        </pc:sldMkLst>
      </pc:sldChg>
      <pc:sldChg chg="add">
        <pc:chgData name="Xiaolei Bi" userId="S::xbi@eamv.dk::4defdd0b-eb6b-464a-acc0-49fc44ef47a7" providerId="AD" clId="Web-{275D7EE5-A606-9A43-190F-23E27D3F674F}" dt="2026-09-21T13:59:07.370" v="21"/>
        <pc:sldMkLst>
          <pc:docMk/>
          <pc:sldMk cId="0" sldId="281"/>
        </pc:sldMkLst>
      </pc:sldChg>
      <pc:sldChg chg="add">
        <pc:chgData name="Xiaolei Bi" userId="S::xbi@eamv.dk::4defdd0b-eb6b-464a-acc0-49fc44ef47a7" providerId="AD" clId="Web-{275D7EE5-A606-9A43-190F-23E27D3F674F}" dt="2026-09-21T13:59:07.433" v="22"/>
        <pc:sldMkLst>
          <pc:docMk/>
          <pc:sldMk cId="0" sldId="282"/>
        </pc:sldMkLst>
      </pc:sldChg>
      <pc:sldChg chg="add">
        <pc:chgData name="Xiaolei Bi" userId="S::xbi@eamv.dk::4defdd0b-eb6b-464a-acc0-49fc44ef47a7" providerId="AD" clId="Web-{275D7EE5-A606-9A43-190F-23E27D3F674F}" dt="2026-09-21T13:59:07.542" v="23"/>
        <pc:sldMkLst>
          <pc:docMk/>
          <pc:sldMk cId="0" sldId="283"/>
        </pc:sldMkLst>
      </pc:sldChg>
      <pc:sldChg chg="add">
        <pc:chgData name="Xiaolei Bi" userId="S::xbi@eamv.dk::4defdd0b-eb6b-464a-acc0-49fc44ef47a7" providerId="AD" clId="Web-{275D7EE5-A606-9A43-190F-23E27D3F674F}" dt="2026-09-21T13:59:07.573" v="24"/>
        <pc:sldMkLst>
          <pc:docMk/>
          <pc:sldMk cId="0" sldId="284"/>
        </pc:sldMkLst>
      </pc:sldChg>
      <pc:sldChg chg="add">
        <pc:chgData name="Xiaolei Bi" userId="S::xbi@eamv.dk::4defdd0b-eb6b-464a-acc0-49fc44ef47a7" providerId="AD" clId="Web-{275D7EE5-A606-9A43-190F-23E27D3F674F}" dt="2026-09-21T13:59:07.714" v="26"/>
        <pc:sldMkLst>
          <pc:docMk/>
          <pc:sldMk cId="0" sldId="286"/>
        </pc:sldMkLst>
      </pc:sldChg>
      <pc:sldChg chg="add">
        <pc:chgData name="Xiaolei Bi" userId="S::xbi@eamv.dk::4defdd0b-eb6b-464a-acc0-49fc44ef47a7" providerId="AD" clId="Web-{275D7EE5-A606-9A43-190F-23E27D3F674F}" dt="2026-09-21T13:59:07.792" v="27"/>
        <pc:sldMkLst>
          <pc:docMk/>
          <pc:sldMk cId="0" sldId="287"/>
        </pc:sldMkLst>
      </pc:sldChg>
      <pc:sldChg chg="new">
        <pc:chgData name="Xiaolei Bi" userId="S::xbi@eamv.dk::4defdd0b-eb6b-464a-acc0-49fc44ef47a7" providerId="AD" clId="Web-{275D7EE5-A606-9A43-190F-23E27D3F674F}" dt="2026-09-21T13:59:03.542" v="0"/>
        <pc:sldMkLst>
          <pc:docMk/>
          <pc:sldMk cId="1391452912" sldId="336"/>
        </pc:sldMkLst>
      </pc:sldChg>
      <pc:sldChg chg="add">
        <pc:chgData name="Xiaolei Bi" userId="S::xbi@eamv.dk::4defdd0b-eb6b-464a-acc0-49fc44ef47a7" providerId="AD" clId="Web-{275D7EE5-A606-9A43-190F-23E27D3F674F}" dt="2026-09-21T13:59:06.355" v="4"/>
        <pc:sldMkLst>
          <pc:docMk/>
          <pc:sldMk cId="558459896" sldId="337"/>
        </pc:sldMkLst>
      </pc:sldChg>
      <pc:sldChg chg="add">
        <pc:chgData name="Xiaolei Bi" userId="S::xbi@eamv.dk::4defdd0b-eb6b-464a-acc0-49fc44ef47a7" providerId="AD" clId="Web-{275D7EE5-A606-9A43-190F-23E27D3F674F}" dt="2026-09-21T13:59:06.433" v="6"/>
        <pc:sldMkLst>
          <pc:docMk/>
          <pc:sldMk cId="2977830240" sldId="338"/>
        </pc:sldMkLst>
      </pc:sldChg>
      <pc:sldChg chg="add">
        <pc:chgData name="Xiaolei Bi" userId="S::xbi@eamv.dk::4defdd0b-eb6b-464a-acc0-49fc44ef47a7" providerId="AD" clId="Web-{275D7EE5-A606-9A43-190F-23E27D3F674F}" dt="2026-09-21T13:59:06.542" v="8"/>
        <pc:sldMkLst>
          <pc:docMk/>
          <pc:sldMk cId="3714807615" sldId="339"/>
        </pc:sldMkLst>
      </pc:sldChg>
      <pc:sldChg chg="add">
        <pc:chgData name="Xiaolei Bi" userId="S::xbi@eamv.dk::4defdd0b-eb6b-464a-acc0-49fc44ef47a7" providerId="AD" clId="Web-{275D7EE5-A606-9A43-190F-23E27D3F674F}" dt="2026-09-21T13:59:06.730" v="10"/>
        <pc:sldMkLst>
          <pc:docMk/>
          <pc:sldMk cId="2653804757" sldId="340"/>
        </pc:sldMkLst>
      </pc:sldChg>
      <pc:sldChg chg="add">
        <pc:chgData name="Xiaolei Bi" userId="S::xbi@eamv.dk::4defdd0b-eb6b-464a-acc0-49fc44ef47a7" providerId="AD" clId="Web-{275D7EE5-A606-9A43-190F-23E27D3F674F}" dt="2026-09-21T13:59:07.136" v="17"/>
        <pc:sldMkLst>
          <pc:docMk/>
          <pc:sldMk cId="1314042553" sldId="341"/>
        </pc:sldMkLst>
      </pc:sldChg>
      <pc:sldChg chg="add">
        <pc:chgData name="Xiaolei Bi" userId="S::xbi@eamv.dk::4defdd0b-eb6b-464a-acc0-49fc44ef47a7" providerId="AD" clId="Web-{275D7EE5-A606-9A43-190F-23E27D3F674F}" dt="2026-09-21T13:59:07.636" v="25"/>
        <pc:sldMkLst>
          <pc:docMk/>
          <pc:sldMk cId="3656972872" sldId="342"/>
        </pc:sldMkLst>
      </pc:sldChg>
      <pc:sldMasterChg chg="addSldLayout">
        <pc:chgData name="Xiaolei Bi" userId="S::xbi@eamv.dk::4defdd0b-eb6b-464a-acc0-49fc44ef47a7" providerId="AD" clId="Web-{275D7EE5-A606-9A43-190F-23E27D3F674F}" dt="2026-09-21T13:59:06.308" v="3"/>
        <pc:sldMasterMkLst>
          <pc:docMk/>
          <pc:sldMasterMk cId="0" sldId="2147483696"/>
        </pc:sldMasterMkLst>
        <pc:sldLayoutChg chg="add">
          <pc:chgData name="Xiaolei Bi" userId="S::xbi@eamv.dk::4defdd0b-eb6b-464a-acc0-49fc44ef47a7" providerId="AD" clId="Web-{275D7EE5-A606-9A43-190F-23E27D3F674F}" dt="2026-09-21T13:59:06.214" v="1"/>
          <pc:sldLayoutMkLst>
            <pc:docMk/>
            <pc:sldMasterMk cId="0" sldId="2147483696"/>
            <pc:sldLayoutMk cId="2987079027" sldId="2147483709"/>
          </pc:sldLayoutMkLst>
        </pc:sldLayoutChg>
        <pc:sldLayoutChg chg="add">
          <pc:chgData name="Xiaolei Bi" userId="S::xbi@eamv.dk::4defdd0b-eb6b-464a-acc0-49fc44ef47a7" providerId="AD" clId="Web-{275D7EE5-A606-9A43-190F-23E27D3F674F}" dt="2026-09-21T13:59:06.245" v="2"/>
          <pc:sldLayoutMkLst>
            <pc:docMk/>
            <pc:sldMasterMk cId="0" sldId="2147483696"/>
            <pc:sldLayoutMk cId="4004328144" sldId="2147483710"/>
          </pc:sldLayoutMkLst>
        </pc:sldLayoutChg>
        <pc:sldLayoutChg chg="add">
          <pc:chgData name="Xiaolei Bi" userId="S::xbi@eamv.dk::4defdd0b-eb6b-464a-acc0-49fc44ef47a7" providerId="AD" clId="Web-{275D7EE5-A606-9A43-190F-23E27D3F674F}" dt="2026-09-21T13:59:06.308" v="3"/>
          <pc:sldLayoutMkLst>
            <pc:docMk/>
            <pc:sldMasterMk cId="0" sldId="2147483696"/>
            <pc:sldLayoutMk cId="1677831009" sldId="2147483711"/>
          </pc:sldLayoutMkLst>
        </pc:sldLayoutChg>
      </pc:sldMasterChg>
    </pc:docChg>
  </pc:docChgLst>
  <pc:docChgLst>
    <pc:chgData name="Xiaolei Bi" userId="S::xbi@eamv.dk::4defdd0b-eb6b-464a-acc0-49fc44ef47a7" providerId="AD" clId="Web-{4118A2B0-9B97-662B-77FB-D78DD81C44BB}"/>
    <pc:docChg chg="addSld delSld modSld">
      <pc:chgData name="Xiaolei Bi" userId="S::xbi@eamv.dk::4defdd0b-eb6b-464a-acc0-49fc44ef47a7" providerId="AD" clId="Web-{4118A2B0-9B97-662B-77FB-D78DD81C44BB}" dt="2026-09-21T13:51:03.867" v="19" actId="20577"/>
      <pc:docMkLst>
        <pc:docMk/>
      </pc:docMkLst>
      <pc:sldChg chg="modSp">
        <pc:chgData name="Xiaolei Bi" userId="S::xbi@eamv.dk::4defdd0b-eb6b-464a-acc0-49fc44ef47a7" providerId="AD" clId="Web-{4118A2B0-9B97-662B-77FB-D78DD81C44BB}" dt="2026-09-21T13:47:30.700" v="2" actId="1076"/>
        <pc:sldMkLst>
          <pc:docMk/>
          <pc:sldMk cId="0" sldId="266"/>
        </pc:sldMkLst>
        <pc:spChg chg="mod">
          <ac:chgData name="Xiaolei Bi" userId="S::xbi@eamv.dk::4defdd0b-eb6b-464a-acc0-49fc44ef47a7" providerId="AD" clId="Web-{4118A2B0-9B97-662B-77FB-D78DD81C44BB}" dt="2026-09-21T13:47:30.700" v="2" actId="1076"/>
          <ac:spMkLst>
            <pc:docMk/>
            <pc:sldMk cId="0" sldId="266"/>
            <ac:spMk id="3" creationId="{00000000-0000-0000-0000-000000000000}"/>
          </ac:spMkLst>
        </pc:spChg>
      </pc:sldChg>
      <pc:sldChg chg="del">
        <pc:chgData name="Xiaolei Bi" userId="S::xbi@eamv.dk::4defdd0b-eb6b-464a-acc0-49fc44ef47a7" providerId="AD" clId="Web-{4118A2B0-9B97-662B-77FB-D78DD81C44BB}" dt="2026-09-21T13:47:16.699" v="0"/>
        <pc:sldMkLst>
          <pc:docMk/>
          <pc:sldMk cId="2153801735" sldId="275"/>
        </pc:sldMkLst>
      </pc:sldChg>
      <pc:sldChg chg="add del">
        <pc:chgData name="Xiaolei Bi" userId="S::xbi@eamv.dk::4defdd0b-eb6b-464a-acc0-49fc44ef47a7" providerId="AD" clId="Web-{4118A2B0-9B97-662B-77FB-D78DD81C44BB}" dt="2026-09-21T13:48:02.452" v="7"/>
        <pc:sldMkLst>
          <pc:docMk/>
          <pc:sldMk cId="3817107581" sldId="286"/>
        </pc:sldMkLst>
      </pc:sldChg>
      <pc:sldChg chg="del">
        <pc:chgData name="Xiaolei Bi" userId="S::xbi@eamv.dk::4defdd0b-eb6b-464a-acc0-49fc44ef47a7" providerId="AD" clId="Web-{4118A2B0-9B97-662B-77FB-D78DD81C44BB}" dt="2026-09-21T13:47:52.545" v="4"/>
        <pc:sldMkLst>
          <pc:docMk/>
          <pc:sldMk cId="3143709235" sldId="287"/>
        </pc:sldMkLst>
      </pc:sldChg>
      <pc:sldChg chg="del">
        <pc:chgData name="Xiaolei Bi" userId="S::xbi@eamv.dk::4defdd0b-eb6b-464a-acc0-49fc44ef47a7" providerId="AD" clId="Web-{4118A2B0-9B97-662B-77FB-D78DD81C44BB}" dt="2026-09-21T13:47:46.763" v="3"/>
        <pc:sldMkLst>
          <pc:docMk/>
          <pc:sldMk cId="3557020329" sldId="316"/>
        </pc:sldMkLst>
      </pc:sldChg>
      <pc:sldChg chg="modSp">
        <pc:chgData name="Xiaolei Bi" userId="S::xbi@eamv.dk::4defdd0b-eb6b-464a-acc0-49fc44ef47a7" providerId="AD" clId="Web-{4118A2B0-9B97-662B-77FB-D78DD81C44BB}" dt="2026-09-21T13:51:03.867" v="19" actId="20577"/>
        <pc:sldMkLst>
          <pc:docMk/>
          <pc:sldMk cId="2324601023" sldId="334"/>
        </pc:sldMkLst>
        <pc:spChg chg="mod">
          <ac:chgData name="Xiaolei Bi" userId="S::xbi@eamv.dk::4defdd0b-eb6b-464a-acc0-49fc44ef47a7" providerId="AD" clId="Web-{4118A2B0-9B97-662B-77FB-D78DD81C44BB}" dt="2026-09-21T13:51:03.867" v="19" actId="20577"/>
          <ac:spMkLst>
            <pc:docMk/>
            <pc:sldMk cId="2324601023" sldId="334"/>
            <ac:spMk id="4" creationId="{ABB8FA1E-E219-C3C0-04AD-E763371EC650}"/>
          </ac:spMkLst>
        </pc:spChg>
      </pc:sldChg>
      <pc:sldChg chg="addSp delSp modSp">
        <pc:chgData name="Xiaolei Bi" userId="S::xbi@eamv.dk::4defdd0b-eb6b-464a-acc0-49fc44ef47a7" providerId="AD" clId="Web-{4118A2B0-9B97-662B-77FB-D78DD81C44BB}" dt="2026-09-21T13:50:45.772" v="11"/>
        <pc:sldMkLst>
          <pc:docMk/>
          <pc:sldMk cId="1987780500" sldId="335"/>
        </pc:sldMkLst>
        <pc:spChg chg="mod">
          <ac:chgData name="Xiaolei Bi" userId="S::xbi@eamv.dk::4defdd0b-eb6b-464a-acc0-49fc44ef47a7" providerId="AD" clId="Web-{4118A2B0-9B97-662B-77FB-D78DD81C44BB}" dt="2026-09-21T13:50:42.850" v="10" actId="20577"/>
          <ac:spMkLst>
            <pc:docMk/>
            <pc:sldMk cId="1987780500" sldId="335"/>
            <ac:spMk id="2" creationId="{C3C1381E-143D-70B1-62ED-C95EA5394C40}"/>
          </ac:spMkLst>
        </pc:spChg>
        <pc:spChg chg="del">
          <ac:chgData name="Xiaolei Bi" userId="S::xbi@eamv.dk::4defdd0b-eb6b-464a-acc0-49fc44ef47a7" providerId="AD" clId="Web-{4118A2B0-9B97-662B-77FB-D78DD81C44BB}" dt="2026-09-21T13:50:45.772" v="11"/>
          <ac:spMkLst>
            <pc:docMk/>
            <pc:sldMk cId="1987780500" sldId="335"/>
            <ac:spMk id="3" creationId="{298DED0F-BBF3-18E8-08A0-3B62B8CFC234}"/>
          </ac:spMkLst>
        </pc:spChg>
        <pc:spChg chg="add mod">
          <ac:chgData name="Xiaolei Bi" userId="S::xbi@eamv.dk::4defdd0b-eb6b-464a-acc0-49fc44ef47a7" providerId="AD" clId="Web-{4118A2B0-9B97-662B-77FB-D78DD81C44BB}" dt="2026-09-21T13:50:45.772" v="11"/>
          <ac:spMkLst>
            <pc:docMk/>
            <pc:sldMk cId="1987780500" sldId="335"/>
            <ac:spMk id="5" creationId="{305487E2-A4C1-A6E8-B1F3-5D7B1F5D4A02}"/>
          </ac:spMkLst>
        </pc:spChg>
      </pc:sldChg>
    </pc:docChg>
  </pc:docChgLst>
  <pc:docChgLst>
    <pc:chgData name="Xiaolei Bi" userId="4defdd0b-eb6b-464a-acc0-49fc44ef47a7" providerId="ADAL" clId="{3FB07F69-1CA4-57F7-8160-47F43BC6880D}"/>
    <pc:docChg chg="custSel delSld modSld modMainMaster modSection">
      <pc:chgData name="Xiaolei Bi" userId="4defdd0b-eb6b-464a-acc0-49fc44ef47a7" providerId="ADAL" clId="{3FB07F69-1CA4-57F7-8160-47F43BC6880D}" dt="2026-09-21T14:34:34.912" v="80" actId="108"/>
      <pc:docMkLst>
        <pc:docMk/>
      </pc:docMkLst>
      <pc:sldChg chg="modSp mod">
        <pc:chgData name="Xiaolei Bi" userId="4defdd0b-eb6b-464a-acc0-49fc44ef47a7" providerId="ADAL" clId="{3FB07F69-1CA4-57F7-8160-47F43BC6880D}" dt="2026-09-21T14:34:34.912" v="80" actId="108"/>
        <pc:sldMkLst>
          <pc:docMk/>
          <pc:sldMk cId="555778706" sldId="256"/>
        </pc:sldMkLst>
        <pc:spChg chg="mod">
          <ac:chgData name="Xiaolei Bi" userId="4defdd0b-eb6b-464a-acc0-49fc44ef47a7" providerId="ADAL" clId="{3FB07F69-1CA4-57F7-8160-47F43BC6880D}" dt="2026-09-21T14:34:34.912" v="80" actId="108"/>
          <ac:spMkLst>
            <pc:docMk/>
            <pc:sldMk cId="555778706" sldId="256"/>
            <ac:spMk id="2" creationId="{1ED5B05F-0CA8-0699-20B5-AB5C04020B67}"/>
          </ac:spMkLst>
        </pc:spChg>
      </pc:sldChg>
      <pc:sldChg chg="modSp mod">
        <pc:chgData name="Xiaolei Bi" userId="4defdd0b-eb6b-464a-acc0-49fc44ef47a7" providerId="ADAL" clId="{3FB07F69-1CA4-57F7-8160-47F43BC6880D}" dt="2026-09-21T14:06:51.213" v="22" actId="207"/>
        <pc:sldMkLst>
          <pc:docMk/>
          <pc:sldMk cId="0" sldId="261"/>
        </pc:sldMkLst>
        <pc:spChg chg="mod">
          <ac:chgData name="Xiaolei Bi" userId="4defdd0b-eb6b-464a-acc0-49fc44ef47a7" providerId="ADAL" clId="{3FB07F69-1CA4-57F7-8160-47F43BC6880D}" dt="2026-09-21T14:06:51.213" v="22" actId="207"/>
          <ac:spMkLst>
            <pc:docMk/>
            <pc:sldMk cId="0" sldId="261"/>
            <ac:spMk id="100" creationId="{00000000-0000-0000-0000-000000000000}"/>
          </ac:spMkLst>
        </pc:spChg>
      </pc:sldChg>
      <pc:sldChg chg="modSp mod">
        <pc:chgData name="Xiaolei Bi" userId="4defdd0b-eb6b-464a-acc0-49fc44ef47a7" providerId="ADAL" clId="{3FB07F69-1CA4-57F7-8160-47F43BC6880D}" dt="2026-09-21T14:07:32.268" v="26" actId="1076"/>
        <pc:sldMkLst>
          <pc:docMk/>
          <pc:sldMk cId="0" sldId="269"/>
        </pc:sldMkLst>
        <pc:spChg chg="mod">
          <ac:chgData name="Xiaolei Bi" userId="4defdd0b-eb6b-464a-acc0-49fc44ef47a7" providerId="ADAL" clId="{3FB07F69-1CA4-57F7-8160-47F43BC6880D}" dt="2026-09-21T14:06:11.090" v="1" actId="27636"/>
          <ac:spMkLst>
            <pc:docMk/>
            <pc:sldMk cId="0" sldId="269"/>
            <ac:spMk id="130" creationId="{00000000-0000-0000-0000-000000000000}"/>
          </ac:spMkLst>
        </pc:spChg>
        <pc:spChg chg="mod">
          <ac:chgData name="Xiaolei Bi" userId="4defdd0b-eb6b-464a-acc0-49fc44ef47a7" providerId="ADAL" clId="{3FB07F69-1CA4-57F7-8160-47F43BC6880D}" dt="2026-09-21T14:07:27.025" v="25" actId="20577"/>
          <ac:spMkLst>
            <pc:docMk/>
            <pc:sldMk cId="0" sldId="269"/>
            <ac:spMk id="131" creationId="{00000000-0000-0000-0000-000000000000}"/>
          </ac:spMkLst>
        </pc:spChg>
        <pc:picChg chg="mod">
          <ac:chgData name="Xiaolei Bi" userId="4defdd0b-eb6b-464a-acc0-49fc44ef47a7" providerId="ADAL" clId="{3FB07F69-1CA4-57F7-8160-47F43BC6880D}" dt="2026-09-21T14:07:32.268" v="26" actId="1076"/>
          <ac:picMkLst>
            <pc:docMk/>
            <pc:sldMk cId="0" sldId="269"/>
            <ac:picMk id="132" creationId="{00000000-0000-0000-0000-000000000000}"/>
          </ac:picMkLst>
        </pc:picChg>
      </pc:sldChg>
      <pc:sldChg chg="modSp del mod">
        <pc:chgData name="Xiaolei Bi" userId="4defdd0b-eb6b-464a-acc0-49fc44ef47a7" providerId="ADAL" clId="{3FB07F69-1CA4-57F7-8160-47F43BC6880D}" dt="2026-09-21T14:07:41.280" v="28" actId="2696"/>
        <pc:sldMkLst>
          <pc:docMk/>
          <pc:sldMk cId="0" sldId="271"/>
        </pc:sldMkLst>
        <pc:spChg chg="mod">
          <ac:chgData name="Xiaolei Bi" userId="4defdd0b-eb6b-464a-acc0-49fc44ef47a7" providerId="ADAL" clId="{3FB07F69-1CA4-57F7-8160-47F43BC6880D}" dt="2026-09-21T14:06:11.093" v="3" actId="27636"/>
          <ac:spMkLst>
            <pc:docMk/>
            <pc:sldMk cId="0" sldId="271"/>
            <ac:spMk id="141" creationId="{00000000-0000-0000-0000-000000000000}"/>
          </ac:spMkLst>
        </pc:spChg>
      </pc:sldChg>
      <pc:sldChg chg="delSp modSp mod">
        <pc:chgData name="Xiaolei Bi" userId="4defdd0b-eb6b-464a-acc0-49fc44ef47a7" providerId="ADAL" clId="{3FB07F69-1CA4-57F7-8160-47F43BC6880D}" dt="2026-09-21T14:08:02.214" v="30" actId="478"/>
        <pc:sldMkLst>
          <pc:docMk/>
          <pc:sldMk cId="0" sldId="272"/>
        </pc:sldMkLst>
        <pc:spChg chg="mod">
          <ac:chgData name="Xiaolei Bi" userId="4defdd0b-eb6b-464a-acc0-49fc44ef47a7" providerId="ADAL" clId="{3FB07F69-1CA4-57F7-8160-47F43BC6880D}" dt="2026-09-21T14:06:11.095" v="4" actId="27636"/>
          <ac:spMkLst>
            <pc:docMk/>
            <pc:sldMk cId="0" sldId="272"/>
            <ac:spMk id="144" creationId="{00000000-0000-0000-0000-000000000000}"/>
          </ac:spMkLst>
        </pc:spChg>
        <pc:spChg chg="del">
          <ac:chgData name="Xiaolei Bi" userId="4defdd0b-eb6b-464a-acc0-49fc44ef47a7" providerId="ADAL" clId="{3FB07F69-1CA4-57F7-8160-47F43BC6880D}" dt="2026-09-21T14:08:02.214" v="30" actId="478"/>
          <ac:spMkLst>
            <pc:docMk/>
            <pc:sldMk cId="0" sldId="272"/>
            <ac:spMk id="149" creationId="{00000000-0000-0000-0000-000000000000}"/>
          </ac:spMkLst>
        </pc:spChg>
        <pc:spChg chg="del">
          <ac:chgData name="Xiaolei Bi" userId="4defdd0b-eb6b-464a-acc0-49fc44ef47a7" providerId="ADAL" clId="{3FB07F69-1CA4-57F7-8160-47F43BC6880D}" dt="2026-09-21T14:07:59.008" v="29" actId="478"/>
          <ac:spMkLst>
            <pc:docMk/>
            <pc:sldMk cId="0" sldId="272"/>
            <ac:spMk id="150" creationId="{00000000-0000-0000-0000-000000000000}"/>
          </ac:spMkLst>
        </pc:spChg>
      </pc:sldChg>
      <pc:sldChg chg="modSp del mod">
        <pc:chgData name="Xiaolei Bi" userId="4defdd0b-eb6b-464a-acc0-49fc44ef47a7" providerId="ADAL" clId="{3FB07F69-1CA4-57F7-8160-47F43BC6880D}" dt="2026-09-21T14:09:58.205" v="38" actId="2696"/>
        <pc:sldMkLst>
          <pc:docMk/>
          <pc:sldMk cId="0" sldId="273"/>
        </pc:sldMkLst>
        <pc:spChg chg="mod">
          <ac:chgData name="Xiaolei Bi" userId="4defdd0b-eb6b-464a-acc0-49fc44ef47a7" providerId="ADAL" clId="{3FB07F69-1CA4-57F7-8160-47F43BC6880D}" dt="2026-09-21T14:08:17.424" v="32" actId="27636"/>
          <ac:spMkLst>
            <pc:docMk/>
            <pc:sldMk cId="0" sldId="273"/>
            <ac:spMk id="153" creationId="{00000000-0000-0000-0000-000000000000}"/>
          </ac:spMkLst>
        </pc:spChg>
      </pc:sldChg>
      <pc:sldChg chg="addSp modSp mod">
        <pc:chgData name="Xiaolei Bi" userId="4defdd0b-eb6b-464a-acc0-49fc44ef47a7" providerId="ADAL" clId="{3FB07F69-1CA4-57F7-8160-47F43BC6880D}" dt="2026-09-21T14:09:55.660" v="37" actId="1076"/>
        <pc:sldMkLst>
          <pc:docMk/>
          <pc:sldMk cId="0" sldId="274"/>
        </pc:sldMkLst>
        <pc:spChg chg="mod">
          <ac:chgData name="Xiaolei Bi" userId="4defdd0b-eb6b-464a-acc0-49fc44ef47a7" providerId="ADAL" clId="{3FB07F69-1CA4-57F7-8160-47F43BC6880D}" dt="2026-09-21T14:06:11.107" v="6" actId="27636"/>
          <ac:spMkLst>
            <pc:docMk/>
            <pc:sldMk cId="0" sldId="274"/>
            <ac:spMk id="156" creationId="{00000000-0000-0000-0000-000000000000}"/>
          </ac:spMkLst>
        </pc:spChg>
        <pc:spChg chg="mod">
          <ac:chgData name="Xiaolei Bi" userId="4defdd0b-eb6b-464a-acc0-49fc44ef47a7" providerId="ADAL" clId="{3FB07F69-1CA4-57F7-8160-47F43BC6880D}" dt="2026-09-21T14:08:43.585" v="35" actId="1076"/>
          <ac:spMkLst>
            <pc:docMk/>
            <pc:sldMk cId="0" sldId="274"/>
            <ac:spMk id="157" creationId="{00000000-0000-0000-0000-000000000000}"/>
          </ac:spMkLst>
        </pc:spChg>
        <pc:picChg chg="add mod">
          <ac:chgData name="Xiaolei Bi" userId="4defdd0b-eb6b-464a-acc0-49fc44ef47a7" providerId="ADAL" clId="{3FB07F69-1CA4-57F7-8160-47F43BC6880D}" dt="2026-09-21T14:09:55.660" v="37" actId="1076"/>
          <ac:picMkLst>
            <pc:docMk/>
            <pc:sldMk cId="0" sldId="274"/>
            <ac:picMk id="2" creationId="{4D7C11F9-41B6-B7E7-AE79-E2F6C0E86B55}"/>
          </ac:picMkLst>
        </pc:picChg>
      </pc:sldChg>
      <pc:sldChg chg="delSp modSp mod">
        <pc:chgData name="Xiaolei Bi" userId="4defdd0b-eb6b-464a-acc0-49fc44ef47a7" providerId="ADAL" clId="{3FB07F69-1CA4-57F7-8160-47F43BC6880D}" dt="2026-09-21T14:10:12.807" v="39" actId="478"/>
        <pc:sldMkLst>
          <pc:docMk/>
          <pc:sldMk cId="0" sldId="275"/>
        </pc:sldMkLst>
        <pc:spChg chg="mod">
          <ac:chgData name="Xiaolei Bi" userId="4defdd0b-eb6b-464a-acc0-49fc44ef47a7" providerId="ADAL" clId="{3FB07F69-1CA4-57F7-8160-47F43BC6880D}" dt="2026-09-21T14:06:11.114" v="8" actId="27636"/>
          <ac:spMkLst>
            <pc:docMk/>
            <pc:sldMk cId="0" sldId="275"/>
            <ac:spMk id="159" creationId="{00000000-0000-0000-0000-000000000000}"/>
          </ac:spMkLst>
        </pc:spChg>
        <pc:spChg chg="del">
          <ac:chgData name="Xiaolei Bi" userId="4defdd0b-eb6b-464a-acc0-49fc44ef47a7" providerId="ADAL" clId="{3FB07F69-1CA4-57F7-8160-47F43BC6880D}" dt="2026-09-21T14:10:12.807" v="39" actId="478"/>
          <ac:spMkLst>
            <pc:docMk/>
            <pc:sldMk cId="0" sldId="275"/>
            <ac:spMk id="162" creationId="{00000000-0000-0000-0000-000000000000}"/>
          </ac:spMkLst>
        </pc:spChg>
      </pc:sldChg>
      <pc:sldChg chg="modSp del mod">
        <pc:chgData name="Xiaolei Bi" userId="4defdd0b-eb6b-464a-acc0-49fc44ef47a7" providerId="ADAL" clId="{3FB07F69-1CA4-57F7-8160-47F43BC6880D}" dt="2026-09-21T14:10:19.603" v="40" actId="2696"/>
        <pc:sldMkLst>
          <pc:docMk/>
          <pc:sldMk cId="0" sldId="276"/>
        </pc:sldMkLst>
        <pc:spChg chg="mod">
          <ac:chgData name="Xiaolei Bi" userId="4defdd0b-eb6b-464a-acc0-49fc44ef47a7" providerId="ADAL" clId="{3FB07F69-1CA4-57F7-8160-47F43BC6880D}" dt="2026-09-21T14:06:11.119" v="9" actId="27636"/>
          <ac:spMkLst>
            <pc:docMk/>
            <pc:sldMk cId="0" sldId="276"/>
            <ac:spMk id="167" creationId="{00000000-0000-0000-0000-000000000000}"/>
          </ac:spMkLst>
        </pc:spChg>
      </pc:sldChg>
      <pc:sldChg chg="modSp del mod">
        <pc:chgData name="Xiaolei Bi" userId="4defdd0b-eb6b-464a-acc0-49fc44ef47a7" providerId="ADAL" clId="{3FB07F69-1CA4-57F7-8160-47F43BC6880D}" dt="2026-09-21T14:10:32.694" v="42" actId="2696"/>
        <pc:sldMkLst>
          <pc:docMk/>
          <pc:sldMk cId="0" sldId="278"/>
        </pc:sldMkLst>
        <pc:spChg chg="mod">
          <ac:chgData name="Xiaolei Bi" userId="4defdd0b-eb6b-464a-acc0-49fc44ef47a7" providerId="ADAL" clId="{3FB07F69-1CA4-57F7-8160-47F43BC6880D}" dt="2026-09-21T14:06:11.124" v="11" actId="27636"/>
          <ac:spMkLst>
            <pc:docMk/>
            <pc:sldMk cId="0" sldId="278"/>
            <ac:spMk id="178" creationId="{00000000-0000-0000-0000-000000000000}"/>
          </ac:spMkLst>
        </pc:spChg>
      </pc:sldChg>
      <pc:sldChg chg="modSp del mod">
        <pc:chgData name="Xiaolei Bi" userId="4defdd0b-eb6b-464a-acc0-49fc44ef47a7" providerId="ADAL" clId="{3FB07F69-1CA4-57F7-8160-47F43BC6880D}" dt="2026-09-21T14:10:34.278" v="43" actId="2696"/>
        <pc:sldMkLst>
          <pc:docMk/>
          <pc:sldMk cId="0" sldId="279"/>
        </pc:sldMkLst>
        <pc:spChg chg="mod">
          <ac:chgData name="Xiaolei Bi" userId="4defdd0b-eb6b-464a-acc0-49fc44ef47a7" providerId="ADAL" clId="{3FB07F69-1CA4-57F7-8160-47F43BC6880D}" dt="2026-09-21T14:06:11.126" v="12" actId="27636"/>
          <ac:spMkLst>
            <pc:docMk/>
            <pc:sldMk cId="0" sldId="279"/>
            <ac:spMk id="181" creationId="{00000000-0000-0000-0000-000000000000}"/>
          </ac:spMkLst>
        </pc:spChg>
        <pc:spChg chg="mod">
          <ac:chgData name="Xiaolei Bi" userId="4defdd0b-eb6b-464a-acc0-49fc44ef47a7" providerId="ADAL" clId="{3FB07F69-1CA4-57F7-8160-47F43BC6880D}" dt="2026-09-21T14:06:11.133" v="13" actId="27636"/>
          <ac:spMkLst>
            <pc:docMk/>
            <pc:sldMk cId="0" sldId="279"/>
            <ac:spMk id="182" creationId="{00000000-0000-0000-0000-000000000000}"/>
          </ac:spMkLst>
        </pc:spChg>
      </pc:sldChg>
      <pc:sldChg chg="modSp del mod">
        <pc:chgData name="Xiaolei Bi" userId="4defdd0b-eb6b-464a-acc0-49fc44ef47a7" providerId="ADAL" clId="{3FB07F69-1CA4-57F7-8160-47F43BC6880D}" dt="2026-09-21T14:10:35.262" v="44" actId="2696"/>
        <pc:sldMkLst>
          <pc:docMk/>
          <pc:sldMk cId="0" sldId="280"/>
        </pc:sldMkLst>
        <pc:spChg chg="mod">
          <ac:chgData name="Xiaolei Bi" userId="4defdd0b-eb6b-464a-acc0-49fc44ef47a7" providerId="ADAL" clId="{3FB07F69-1CA4-57F7-8160-47F43BC6880D}" dt="2026-09-21T14:06:11.135" v="14" actId="27636"/>
          <ac:spMkLst>
            <pc:docMk/>
            <pc:sldMk cId="0" sldId="280"/>
            <ac:spMk id="185" creationId="{00000000-0000-0000-0000-000000000000}"/>
          </ac:spMkLst>
        </pc:spChg>
      </pc:sldChg>
      <pc:sldChg chg="modSp del mod">
        <pc:chgData name="Xiaolei Bi" userId="4defdd0b-eb6b-464a-acc0-49fc44ef47a7" providerId="ADAL" clId="{3FB07F69-1CA4-57F7-8160-47F43BC6880D}" dt="2026-09-21T14:10:36.206" v="45" actId="2696"/>
        <pc:sldMkLst>
          <pc:docMk/>
          <pc:sldMk cId="0" sldId="281"/>
        </pc:sldMkLst>
        <pc:spChg chg="mod">
          <ac:chgData name="Xiaolei Bi" userId="4defdd0b-eb6b-464a-acc0-49fc44ef47a7" providerId="ADAL" clId="{3FB07F69-1CA4-57F7-8160-47F43BC6880D}" dt="2026-09-21T14:06:11.136" v="15" actId="27636"/>
          <ac:spMkLst>
            <pc:docMk/>
            <pc:sldMk cId="0" sldId="281"/>
            <ac:spMk id="190" creationId="{00000000-0000-0000-0000-000000000000}"/>
          </ac:spMkLst>
        </pc:spChg>
      </pc:sldChg>
      <pc:sldChg chg="modSp del mod">
        <pc:chgData name="Xiaolei Bi" userId="4defdd0b-eb6b-464a-acc0-49fc44ef47a7" providerId="ADAL" clId="{3FB07F69-1CA4-57F7-8160-47F43BC6880D}" dt="2026-09-21T14:10:37.712" v="46" actId="2696"/>
        <pc:sldMkLst>
          <pc:docMk/>
          <pc:sldMk cId="0" sldId="282"/>
        </pc:sldMkLst>
        <pc:spChg chg="mod">
          <ac:chgData name="Xiaolei Bi" userId="4defdd0b-eb6b-464a-acc0-49fc44ef47a7" providerId="ADAL" clId="{3FB07F69-1CA4-57F7-8160-47F43BC6880D}" dt="2026-09-21T14:06:11.138" v="16" actId="27636"/>
          <ac:spMkLst>
            <pc:docMk/>
            <pc:sldMk cId="0" sldId="282"/>
            <ac:spMk id="195" creationId="{00000000-0000-0000-0000-000000000000}"/>
          </ac:spMkLst>
        </pc:spChg>
      </pc:sldChg>
      <pc:sldChg chg="modSp del mod">
        <pc:chgData name="Xiaolei Bi" userId="4defdd0b-eb6b-464a-acc0-49fc44ef47a7" providerId="ADAL" clId="{3FB07F69-1CA4-57F7-8160-47F43BC6880D}" dt="2026-09-21T14:10:39.764" v="47" actId="2696"/>
        <pc:sldMkLst>
          <pc:docMk/>
          <pc:sldMk cId="0" sldId="283"/>
        </pc:sldMkLst>
        <pc:spChg chg="mod">
          <ac:chgData name="Xiaolei Bi" userId="4defdd0b-eb6b-464a-acc0-49fc44ef47a7" providerId="ADAL" clId="{3FB07F69-1CA4-57F7-8160-47F43BC6880D}" dt="2026-09-21T14:06:11.139" v="17" actId="27636"/>
          <ac:spMkLst>
            <pc:docMk/>
            <pc:sldMk cId="0" sldId="283"/>
            <ac:spMk id="200" creationId="{00000000-0000-0000-0000-000000000000}"/>
          </ac:spMkLst>
        </pc:spChg>
      </pc:sldChg>
      <pc:sldChg chg="del">
        <pc:chgData name="Xiaolei Bi" userId="4defdd0b-eb6b-464a-acc0-49fc44ef47a7" providerId="ADAL" clId="{3FB07F69-1CA4-57F7-8160-47F43BC6880D}" dt="2026-09-21T14:10:42.259" v="48" actId="2696"/>
        <pc:sldMkLst>
          <pc:docMk/>
          <pc:sldMk cId="0" sldId="284"/>
        </pc:sldMkLst>
      </pc:sldChg>
      <pc:sldChg chg="modSp del mod">
        <pc:chgData name="Xiaolei Bi" userId="4defdd0b-eb6b-464a-acc0-49fc44ef47a7" providerId="ADAL" clId="{3FB07F69-1CA4-57F7-8160-47F43BC6880D}" dt="2026-09-21T14:11:26.054" v="51" actId="2696"/>
        <pc:sldMkLst>
          <pc:docMk/>
          <pc:sldMk cId="0" sldId="286"/>
        </pc:sldMkLst>
        <pc:spChg chg="mod">
          <ac:chgData name="Xiaolei Bi" userId="4defdd0b-eb6b-464a-acc0-49fc44ef47a7" providerId="ADAL" clId="{3FB07F69-1CA4-57F7-8160-47F43BC6880D}" dt="2026-09-21T14:06:11.141" v="18" actId="27636"/>
          <ac:spMkLst>
            <pc:docMk/>
            <pc:sldMk cId="0" sldId="286"/>
            <ac:spMk id="216" creationId="{00000000-0000-0000-0000-000000000000}"/>
          </ac:spMkLst>
        </pc:spChg>
      </pc:sldChg>
      <pc:sldChg chg="modSp mod">
        <pc:chgData name="Xiaolei Bi" userId="4defdd0b-eb6b-464a-acc0-49fc44ef47a7" providerId="ADAL" clId="{3FB07F69-1CA4-57F7-8160-47F43BC6880D}" dt="2026-09-21T14:21:42.776" v="74" actId="207"/>
        <pc:sldMkLst>
          <pc:docMk/>
          <pc:sldMk cId="0" sldId="290"/>
        </pc:sldMkLst>
        <pc:spChg chg="mod">
          <ac:chgData name="Xiaolei Bi" userId="4defdd0b-eb6b-464a-acc0-49fc44ef47a7" providerId="ADAL" clId="{3FB07F69-1CA4-57F7-8160-47F43BC6880D}" dt="2026-09-21T14:21:42.776" v="74" actId="207"/>
          <ac:spMkLst>
            <pc:docMk/>
            <pc:sldMk cId="0" sldId="290"/>
            <ac:spMk id="234" creationId="{00000000-0000-0000-0000-000000000000}"/>
          </ac:spMkLst>
        </pc:spChg>
      </pc:sldChg>
      <pc:sldChg chg="del">
        <pc:chgData name="Xiaolei Bi" userId="4defdd0b-eb6b-464a-acc0-49fc44ef47a7" providerId="ADAL" clId="{3FB07F69-1CA4-57F7-8160-47F43BC6880D}" dt="2026-09-21T14:22:05.089" v="75" actId="2696"/>
        <pc:sldMkLst>
          <pc:docMk/>
          <pc:sldMk cId="0" sldId="291"/>
        </pc:sldMkLst>
      </pc:sldChg>
      <pc:sldChg chg="del">
        <pc:chgData name="Xiaolei Bi" userId="4defdd0b-eb6b-464a-acc0-49fc44ef47a7" providerId="ADAL" clId="{3FB07F69-1CA4-57F7-8160-47F43BC6880D}" dt="2026-09-21T14:12:21.134" v="68" actId="2696"/>
        <pc:sldMkLst>
          <pc:docMk/>
          <pc:sldMk cId="2324601023" sldId="334"/>
        </pc:sldMkLst>
      </pc:sldChg>
      <pc:sldChg chg="modSp mod">
        <pc:chgData name="Xiaolei Bi" userId="4defdd0b-eb6b-464a-acc0-49fc44ef47a7" providerId="ADAL" clId="{3FB07F69-1CA4-57F7-8160-47F43BC6880D}" dt="2026-09-21T14:12:16.921" v="67" actId="20577"/>
        <pc:sldMkLst>
          <pc:docMk/>
          <pc:sldMk cId="1987780500" sldId="335"/>
        </pc:sldMkLst>
        <pc:spChg chg="mod">
          <ac:chgData name="Xiaolei Bi" userId="4defdd0b-eb6b-464a-acc0-49fc44ef47a7" providerId="ADAL" clId="{3FB07F69-1CA4-57F7-8160-47F43BC6880D}" dt="2026-09-21T14:12:16.921" v="67" actId="20577"/>
          <ac:spMkLst>
            <pc:docMk/>
            <pc:sldMk cId="1987780500" sldId="335"/>
            <ac:spMk id="2" creationId="{C3C1381E-143D-70B1-62ED-C95EA5394C40}"/>
          </ac:spMkLst>
        </pc:spChg>
      </pc:sldChg>
      <pc:sldChg chg="modSp mod">
        <pc:chgData name="Xiaolei Bi" userId="4defdd0b-eb6b-464a-acc0-49fc44ef47a7" providerId="ADAL" clId="{3FB07F69-1CA4-57F7-8160-47F43BC6880D}" dt="2026-09-21T14:06:58.655" v="23" actId="207"/>
        <pc:sldMkLst>
          <pc:docMk/>
          <pc:sldMk cId="3714807615" sldId="339"/>
        </pc:sldMkLst>
        <pc:spChg chg="mod">
          <ac:chgData name="Xiaolei Bi" userId="4defdd0b-eb6b-464a-acc0-49fc44ef47a7" providerId="ADAL" clId="{3FB07F69-1CA4-57F7-8160-47F43BC6880D}" dt="2026-09-21T14:06:11.078" v="0" actId="27636"/>
          <ac:spMkLst>
            <pc:docMk/>
            <pc:sldMk cId="3714807615" sldId="339"/>
            <ac:spMk id="125" creationId="{00000000-0000-0000-0000-000000000000}"/>
          </ac:spMkLst>
        </pc:spChg>
        <pc:spChg chg="mod">
          <ac:chgData name="Xiaolei Bi" userId="4defdd0b-eb6b-464a-acc0-49fc44ef47a7" providerId="ADAL" clId="{3FB07F69-1CA4-57F7-8160-47F43BC6880D}" dt="2026-09-21T14:06:58.655" v="23" actId="207"/>
          <ac:spMkLst>
            <pc:docMk/>
            <pc:sldMk cId="3714807615" sldId="339"/>
            <ac:spMk id="126" creationId="{00000000-0000-0000-0000-000000000000}"/>
          </ac:spMkLst>
        </pc:spChg>
      </pc:sldChg>
      <pc:sldChg chg="modSp del mod">
        <pc:chgData name="Xiaolei Bi" userId="4defdd0b-eb6b-464a-acc0-49fc44ef47a7" providerId="ADAL" clId="{3FB07F69-1CA4-57F7-8160-47F43BC6880D}" dt="2026-09-21T14:07:38.590" v="27" actId="2696"/>
        <pc:sldMkLst>
          <pc:docMk/>
          <pc:sldMk cId="2653804757" sldId="340"/>
        </pc:sldMkLst>
        <pc:spChg chg="mod">
          <ac:chgData name="Xiaolei Bi" userId="4defdd0b-eb6b-464a-acc0-49fc44ef47a7" providerId="ADAL" clId="{3FB07F69-1CA4-57F7-8160-47F43BC6880D}" dt="2026-09-21T14:06:11.092" v="2" actId="27636"/>
          <ac:spMkLst>
            <pc:docMk/>
            <pc:sldMk cId="2653804757" sldId="340"/>
            <ac:spMk id="135" creationId="{00000000-0000-0000-0000-000000000000}"/>
          </ac:spMkLst>
        </pc:spChg>
      </pc:sldChg>
      <pc:sldChg chg="delSp modSp mod">
        <pc:chgData name="Xiaolei Bi" userId="4defdd0b-eb6b-464a-acc0-49fc44ef47a7" providerId="ADAL" clId="{3FB07F69-1CA4-57F7-8160-47F43BC6880D}" dt="2026-09-21T14:10:25.168" v="41" actId="478"/>
        <pc:sldMkLst>
          <pc:docMk/>
          <pc:sldMk cId="1314042553" sldId="341"/>
        </pc:sldMkLst>
        <pc:spChg chg="mod">
          <ac:chgData name="Xiaolei Bi" userId="4defdd0b-eb6b-464a-acc0-49fc44ef47a7" providerId="ADAL" clId="{3FB07F69-1CA4-57F7-8160-47F43BC6880D}" dt="2026-09-21T14:06:11.120" v="10" actId="27636"/>
          <ac:spMkLst>
            <pc:docMk/>
            <pc:sldMk cId="1314042553" sldId="341"/>
            <ac:spMk id="170" creationId="{00000000-0000-0000-0000-000000000000}"/>
          </ac:spMkLst>
        </pc:spChg>
        <pc:spChg chg="del">
          <ac:chgData name="Xiaolei Bi" userId="4defdd0b-eb6b-464a-acc0-49fc44ef47a7" providerId="ADAL" clId="{3FB07F69-1CA4-57F7-8160-47F43BC6880D}" dt="2026-09-21T14:10:25.168" v="41" actId="478"/>
          <ac:spMkLst>
            <pc:docMk/>
            <pc:sldMk cId="1314042553" sldId="341"/>
            <ac:spMk id="171" creationId="{00000000-0000-0000-0000-000000000000}"/>
          </ac:spMkLst>
        </pc:spChg>
      </pc:sldChg>
      <pc:sldChg chg="addSp delSp modSp mod">
        <pc:chgData name="Xiaolei Bi" userId="4defdd0b-eb6b-464a-acc0-49fc44ef47a7" providerId="ADAL" clId="{3FB07F69-1CA4-57F7-8160-47F43BC6880D}" dt="2026-09-21T14:11:50.887" v="59" actId="1076"/>
        <pc:sldMkLst>
          <pc:docMk/>
          <pc:sldMk cId="3656972872" sldId="342"/>
        </pc:sldMkLst>
        <pc:spChg chg="del">
          <ac:chgData name="Xiaolei Bi" userId="4defdd0b-eb6b-464a-acc0-49fc44ef47a7" providerId="ADAL" clId="{3FB07F69-1CA4-57F7-8160-47F43BC6880D}" dt="2026-09-21T14:11:32.945" v="52" actId="478"/>
          <ac:spMkLst>
            <pc:docMk/>
            <pc:sldMk cId="3656972872" sldId="342"/>
            <ac:spMk id="212" creationId="{00000000-0000-0000-0000-000000000000}"/>
          </ac:spMkLst>
        </pc:spChg>
        <pc:spChg chg="mod">
          <ac:chgData name="Xiaolei Bi" userId="4defdd0b-eb6b-464a-acc0-49fc44ef47a7" providerId="ADAL" clId="{3FB07F69-1CA4-57F7-8160-47F43BC6880D}" dt="2026-09-21T14:11:37.202" v="54" actId="1076"/>
          <ac:spMkLst>
            <pc:docMk/>
            <pc:sldMk cId="3656972872" sldId="342"/>
            <ac:spMk id="213" creationId="{00000000-0000-0000-0000-000000000000}"/>
          </ac:spMkLst>
        </pc:spChg>
        <pc:spChg chg="del mod">
          <ac:chgData name="Xiaolei Bi" userId="4defdd0b-eb6b-464a-acc0-49fc44ef47a7" providerId="ADAL" clId="{3FB07F69-1CA4-57F7-8160-47F43BC6880D}" dt="2026-09-21T14:11:49.144" v="58" actId="478"/>
          <ac:spMkLst>
            <pc:docMk/>
            <pc:sldMk cId="3656972872" sldId="342"/>
            <ac:spMk id="214" creationId="{00000000-0000-0000-0000-000000000000}"/>
          </ac:spMkLst>
        </pc:spChg>
        <pc:picChg chg="add mod">
          <ac:chgData name="Xiaolei Bi" userId="4defdd0b-eb6b-464a-acc0-49fc44ef47a7" providerId="ADAL" clId="{3FB07F69-1CA4-57F7-8160-47F43BC6880D}" dt="2026-09-21T14:11:50.887" v="59" actId="1076"/>
          <ac:picMkLst>
            <pc:docMk/>
            <pc:sldMk cId="3656972872" sldId="342"/>
            <ac:picMk id="2" creationId="{E4C5C7C4-ABFF-4702-7A5B-2154768E5E8F}"/>
          </ac:picMkLst>
        </pc:picChg>
      </pc:sldChg>
      <pc:sldMasterChg chg="modSldLayout">
        <pc:chgData name="Xiaolei Bi" userId="4defdd0b-eb6b-464a-acc0-49fc44ef47a7" providerId="ADAL" clId="{3FB07F69-1CA4-57F7-8160-47F43BC6880D}" dt="2026-09-21T14:06:32.958" v="21" actId="478"/>
        <pc:sldMasterMkLst>
          <pc:docMk/>
          <pc:sldMasterMk cId="0" sldId="2147483696"/>
        </pc:sldMasterMkLst>
        <pc:sldLayoutChg chg="delSp mod">
          <pc:chgData name="Xiaolei Bi" userId="4defdd0b-eb6b-464a-acc0-49fc44ef47a7" providerId="ADAL" clId="{3FB07F69-1CA4-57F7-8160-47F43BC6880D}" dt="2026-09-21T14:06:27.762" v="19" actId="478"/>
          <pc:sldLayoutMkLst>
            <pc:docMk/>
            <pc:sldMasterMk cId="0" sldId="2147483696"/>
            <pc:sldLayoutMk cId="2987079027" sldId="2147483709"/>
          </pc:sldLayoutMkLst>
          <pc:picChg chg="del">
            <ac:chgData name="Xiaolei Bi" userId="4defdd0b-eb6b-464a-acc0-49fc44ef47a7" providerId="ADAL" clId="{3FB07F69-1CA4-57F7-8160-47F43BC6880D}" dt="2026-09-21T14:06:27.762" v="19" actId="478"/>
            <ac:picMkLst>
              <pc:docMk/>
              <pc:sldMasterMk cId="0" sldId="2147483696"/>
              <pc:sldLayoutMk cId="2987079027" sldId="2147483709"/>
              <ac:picMk id="44" creationId="{00000000-0000-0000-0000-000000000000}"/>
            </ac:picMkLst>
          </pc:picChg>
        </pc:sldLayoutChg>
        <pc:sldLayoutChg chg="delSp mod">
          <pc:chgData name="Xiaolei Bi" userId="4defdd0b-eb6b-464a-acc0-49fc44ef47a7" providerId="ADAL" clId="{3FB07F69-1CA4-57F7-8160-47F43BC6880D}" dt="2026-09-21T14:06:31.251" v="20" actId="478"/>
          <pc:sldLayoutMkLst>
            <pc:docMk/>
            <pc:sldMasterMk cId="0" sldId="2147483696"/>
            <pc:sldLayoutMk cId="4004328144" sldId="2147483710"/>
          </pc:sldLayoutMkLst>
          <pc:picChg chg="del">
            <ac:chgData name="Xiaolei Bi" userId="4defdd0b-eb6b-464a-acc0-49fc44ef47a7" providerId="ADAL" clId="{3FB07F69-1CA4-57F7-8160-47F43BC6880D}" dt="2026-09-21T14:06:31.251" v="20" actId="478"/>
            <ac:picMkLst>
              <pc:docMk/>
              <pc:sldMasterMk cId="0" sldId="2147483696"/>
              <pc:sldLayoutMk cId="4004328144" sldId="2147483710"/>
              <ac:picMk id="55" creationId="{00000000-0000-0000-0000-000000000000}"/>
            </ac:picMkLst>
          </pc:picChg>
        </pc:sldLayoutChg>
        <pc:sldLayoutChg chg="delSp mod">
          <pc:chgData name="Xiaolei Bi" userId="4defdd0b-eb6b-464a-acc0-49fc44ef47a7" providerId="ADAL" clId="{3FB07F69-1CA4-57F7-8160-47F43BC6880D}" dt="2026-09-21T14:06:32.958" v="21" actId="478"/>
          <pc:sldLayoutMkLst>
            <pc:docMk/>
            <pc:sldMasterMk cId="0" sldId="2147483696"/>
            <pc:sldLayoutMk cId="1677831009" sldId="2147483711"/>
          </pc:sldLayoutMkLst>
          <pc:picChg chg="del">
            <ac:chgData name="Xiaolei Bi" userId="4defdd0b-eb6b-464a-acc0-49fc44ef47a7" providerId="ADAL" clId="{3FB07F69-1CA4-57F7-8160-47F43BC6880D}" dt="2026-09-21T14:06:32.958" v="21" actId="478"/>
            <ac:picMkLst>
              <pc:docMk/>
              <pc:sldMasterMk cId="0" sldId="2147483696"/>
              <pc:sldLayoutMk cId="1677831009" sldId="2147483711"/>
              <ac:picMk id="34" creationId="{00000000-0000-0000-0000-000000000000}"/>
            </ac:picMkLst>
          </pc:picChg>
        </pc:sldLayoutChg>
      </pc:sldMasterChg>
    </pc:docChg>
  </pc:docChgLst>
  <pc:docChgLst>
    <pc:chgData name="Xiaolei Bi" userId="S::xbi@eamv.dk::4defdd0b-eb6b-464a-acc0-49fc44ef47a7" providerId="AD" clId="Web-{00000000-0000-0000-0000-000000000000}"/>
    <pc:docChg chg="addSld delSld modSld addSection delSection modSection">
      <pc:chgData name="Xiaolei Bi" userId="S::xbi@eamv.dk::4defdd0b-eb6b-464a-acc0-49fc44ef47a7" providerId="AD" clId="Web-{00000000-0000-0000-0000-000000000000}" dt="2026-09-21T14:34:13.416" v="131" actId="20577"/>
      <pc:docMkLst>
        <pc:docMk/>
      </pc:docMkLst>
      <pc:sldChg chg="modSp">
        <pc:chgData name="Xiaolei Bi" userId="S::xbi@eamv.dk::4defdd0b-eb6b-464a-acc0-49fc44ef47a7" providerId="AD" clId="Web-{00000000-0000-0000-0000-000000000000}" dt="2026-09-21T14:34:13.416" v="131" actId="20577"/>
        <pc:sldMkLst>
          <pc:docMk/>
          <pc:sldMk cId="555778706" sldId="256"/>
        </pc:sldMkLst>
        <pc:spChg chg="mod">
          <ac:chgData name="Xiaolei Bi" userId="S::xbi@eamv.dk::4defdd0b-eb6b-464a-acc0-49fc44ef47a7" providerId="AD" clId="Web-{00000000-0000-0000-0000-000000000000}" dt="2026-09-21T14:34:13.416" v="131" actId="20577"/>
          <ac:spMkLst>
            <pc:docMk/>
            <pc:sldMk cId="555778706" sldId="256"/>
            <ac:spMk id="2" creationId="{1ED5B05F-0CA8-0699-20B5-AB5C04020B67}"/>
          </ac:spMkLst>
        </pc:spChg>
      </pc:sldChg>
      <pc:sldChg chg="delSp modSp add del">
        <pc:chgData name="Xiaolei Bi" userId="S::xbi@eamv.dk::4defdd0b-eb6b-464a-acc0-49fc44ef47a7" providerId="AD" clId="Web-{00000000-0000-0000-0000-000000000000}" dt="2026-09-21T14:25:17.053" v="75"/>
        <pc:sldMkLst>
          <pc:docMk/>
          <pc:sldMk cId="0" sldId="261"/>
        </pc:sldMkLst>
        <pc:spChg chg="mod">
          <ac:chgData name="Xiaolei Bi" userId="S::xbi@eamv.dk::4defdd0b-eb6b-464a-acc0-49fc44ef47a7" providerId="AD" clId="Web-{00000000-0000-0000-0000-000000000000}" dt="2026-09-21T14:03:44.262" v="34" actId="14100"/>
          <ac:spMkLst>
            <pc:docMk/>
            <pc:sldMk cId="0" sldId="261"/>
            <ac:spMk id="99" creationId="{00000000-0000-0000-0000-000000000000}"/>
          </ac:spMkLst>
        </pc:spChg>
        <pc:spChg chg="mod">
          <ac:chgData name="Xiaolei Bi" userId="S::xbi@eamv.dk::4defdd0b-eb6b-464a-acc0-49fc44ef47a7" providerId="AD" clId="Web-{00000000-0000-0000-0000-000000000000}" dt="2026-09-21T14:03:48.074" v="35" actId="1076"/>
          <ac:spMkLst>
            <pc:docMk/>
            <pc:sldMk cId="0" sldId="261"/>
            <ac:spMk id="100" creationId="{00000000-0000-0000-0000-000000000000}"/>
          </ac:spMkLst>
        </pc:spChg>
        <pc:spChg chg="del">
          <ac:chgData name="Xiaolei Bi" userId="S::xbi@eamv.dk::4defdd0b-eb6b-464a-acc0-49fc44ef47a7" providerId="AD" clId="Web-{00000000-0000-0000-0000-000000000000}" dt="2026-09-21T14:03:31.121" v="32"/>
          <ac:spMkLst>
            <pc:docMk/>
            <pc:sldMk cId="0" sldId="261"/>
            <ac:spMk id="101" creationId="{00000000-0000-0000-0000-000000000000}"/>
          </ac:spMkLst>
        </pc:spChg>
      </pc:sldChg>
      <pc:sldChg chg="del">
        <pc:chgData name="Xiaolei Bi" userId="S::xbi@eamv.dk::4defdd0b-eb6b-464a-acc0-49fc44ef47a7" providerId="AD" clId="Web-{00000000-0000-0000-0000-000000000000}" dt="2026-09-21T14:03:54.324" v="36"/>
        <pc:sldMkLst>
          <pc:docMk/>
          <pc:sldMk cId="0" sldId="262"/>
        </pc:sldMkLst>
      </pc:sldChg>
      <pc:sldChg chg="del">
        <pc:chgData name="Xiaolei Bi" userId="S::xbi@eamv.dk::4defdd0b-eb6b-464a-acc0-49fc44ef47a7" providerId="AD" clId="Web-{00000000-0000-0000-0000-000000000000}" dt="2026-09-21T14:03:56.090" v="37"/>
        <pc:sldMkLst>
          <pc:docMk/>
          <pc:sldMk cId="0" sldId="263"/>
        </pc:sldMkLst>
      </pc:sldChg>
      <pc:sldChg chg="del">
        <pc:chgData name="Xiaolei Bi" userId="S::xbi@eamv.dk::4defdd0b-eb6b-464a-acc0-49fc44ef47a7" providerId="AD" clId="Web-{00000000-0000-0000-0000-000000000000}" dt="2026-09-21T14:04:34.528" v="41"/>
        <pc:sldMkLst>
          <pc:docMk/>
          <pc:sldMk cId="0" sldId="265"/>
        </pc:sldMkLst>
      </pc:sldChg>
      <pc:sldChg chg="del">
        <pc:chgData name="Xiaolei Bi" userId="S::xbi@eamv.dk::4defdd0b-eb6b-464a-acc0-49fc44ef47a7" providerId="AD" clId="Web-{00000000-0000-0000-0000-000000000000}" dt="2026-09-21T14:04:46.934" v="43"/>
        <pc:sldMkLst>
          <pc:docMk/>
          <pc:sldMk cId="0" sldId="267"/>
        </pc:sldMkLst>
      </pc:sldChg>
      <pc:sldChg chg="del">
        <pc:chgData name="Xiaolei Bi" userId="S::xbi@eamv.dk::4defdd0b-eb6b-464a-acc0-49fc44ef47a7" providerId="AD" clId="Web-{00000000-0000-0000-0000-000000000000}" dt="2026-09-21T14:33:08.822" v="126"/>
        <pc:sldMkLst>
          <pc:docMk/>
          <pc:sldMk cId="0" sldId="268"/>
        </pc:sldMkLst>
      </pc:sldChg>
      <pc:sldChg chg="delSp add del">
        <pc:chgData name="Xiaolei Bi" userId="S::xbi@eamv.dk::4defdd0b-eb6b-464a-acc0-49fc44ef47a7" providerId="AD" clId="Web-{00000000-0000-0000-0000-000000000000}" dt="2026-09-21T14:25:17.334" v="78"/>
        <pc:sldMkLst>
          <pc:docMk/>
          <pc:sldMk cId="0" sldId="269"/>
        </pc:sldMkLst>
        <pc:spChg chg="del">
          <ac:chgData name="Xiaolei Bi" userId="S::xbi@eamv.dk::4defdd0b-eb6b-464a-acc0-49fc44ef47a7" providerId="AD" clId="Web-{00000000-0000-0000-0000-000000000000}" dt="2026-09-21T14:05:31.137" v="48"/>
          <ac:spMkLst>
            <pc:docMk/>
            <pc:sldMk cId="0" sldId="269"/>
            <ac:spMk id="133" creationId="{00000000-0000-0000-0000-000000000000}"/>
          </ac:spMkLst>
        </pc:spChg>
      </pc:sldChg>
      <pc:sldChg chg="modSp del">
        <pc:chgData name="Xiaolei Bi" userId="S::xbi@eamv.dk::4defdd0b-eb6b-464a-acc0-49fc44ef47a7" providerId="AD" clId="Web-{00000000-0000-0000-0000-000000000000}" dt="2026-09-21T14:33:13.415" v="127"/>
        <pc:sldMkLst>
          <pc:docMk/>
          <pc:sldMk cId="0" sldId="270"/>
        </pc:sldMkLst>
        <pc:spChg chg="mod">
          <ac:chgData name="Xiaolei Bi" userId="S::xbi@eamv.dk::4defdd0b-eb6b-464a-acc0-49fc44ef47a7" providerId="AD" clId="Web-{00000000-0000-0000-0000-000000000000}" dt="2026-09-21T14:01:52.151" v="7" actId="20577"/>
          <ac:spMkLst>
            <pc:docMk/>
            <pc:sldMk cId="0" sldId="270"/>
            <ac:spMk id="3" creationId="{00000000-0000-0000-0000-000000000000}"/>
          </ac:spMkLst>
        </pc:spChg>
      </pc:sldChg>
      <pc:sldChg chg="add del">
        <pc:chgData name="Xiaolei Bi" userId="S::xbi@eamv.dk::4defdd0b-eb6b-464a-acc0-49fc44ef47a7" providerId="AD" clId="Web-{00000000-0000-0000-0000-000000000000}" dt="2026-09-21T14:25:17.412" v="79"/>
        <pc:sldMkLst>
          <pc:docMk/>
          <pc:sldMk cId="0" sldId="272"/>
        </pc:sldMkLst>
      </pc:sldChg>
      <pc:sldChg chg="add del">
        <pc:chgData name="Xiaolei Bi" userId="S::xbi@eamv.dk::4defdd0b-eb6b-464a-acc0-49fc44ef47a7" providerId="AD" clId="Web-{00000000-0000-0000-0000-000000000000}" dt="2026-09-21T14:25:17.459" v="80"/>
        <pc:sldMkLst>
          <pc:docMk/>
          <pc:sldMk cId="0" sldId="274"/>
        </pc:sldMkLst>
      </pc:sldChg>
      <pc:sldChg chg="add del">
        <pc:chgData name="Xiaolei Bi" userId="S::xbi@eamv.dk::4defdd0b-eb6b-464a-acc0-49fc44ef47a7" providerId="AD" clId="Web-{00000000-0000-0000-0000-000000000000}" dt="2026-09-21T14:25:17.506" v="81"/>
        <pc:sldMkLst>
          <pc:docMk/>
          <pc:sldMk cId="0" sldId="275"/>
        </pc:sldMkLst>
      </pc:sldChg>
      <pc:sldChg chg="modSp del">
        <pc:chgData name="Xiaolei Bi" userId="S::xbi@eamv.dk::4defdd0b-eb6b-464a-acc0-49fc44ef47a7" providerId="AD" clId="Web-{00000000-0000-0000-0000-000000000000}" dt="2026-09-21T14:33:17.447" v="128"/>
        <pc:sldMkLst>
          <pc:docMk/>
          <pc:sldMk cId="2655987921" sldId="285"/>
        </pc:sldMkLst>
        <pc:spChg chg="mod">
          <ac:chgData name="Xiaolei Bi" userId="S::xbi@eamv.dk::4defdd0b-eb6b-464a-acc0-49fc44ef47a7" providerId="AD" clId="Web-{00000000-0000-0000-0000-000000000000}" dt="2026-09-21T14:02:07.026" v="9" actId="20577"/>
          <ac:spMkLst>
            <pc:docMk/>
            <pc:sldMk cId="2655987921" sldId="285"/>
            <ac:spMk id="3" creationId="{76AA0898-BFE6-6818-761B-8CCC5395BE35}"/>
          </ac:spMkLst>
        </pc:spChg>
      </pc:sldChg>
      <pc:sldChg chg="add del">
        <pc:chgData name="Xiaolei Bi" userId="S::xbi@eamv.dk::4defdd0b-eb6b-464a-acc0-49fc44ef47a7" providerId="AD" clId="Web-{00000000-0000-0000-0000-000000000000}" dt="2026-09-21T14:25:17.740" v="84"/>
        <pc:sldMkLst>
          <pc:docMk/>
          <pc:sldMk cId="0" sldId="287"/>
        </pc:sldMkLst>
      </pc:sldChg>
      <pc:sldChg chg="delSp modSp add del">
        <pc:chgData name="Xiaolei Bi" userId="S::xbi@eamv.dk::4defdd0b-eb6b-464a-acc0-49fc44ef47a7" providerId="AD" clId="Web-{00000000-0000-0000-0000-000000000000}" dt="2026-09-21T14:25:17.787" v="85"/>
        <pc:sldMkLst>
          <pc:docMk/>
          <pc:sldMk cId="0" sldId="290"/>
        </pc:sldMkLst>
        <pc:spChg chg="mod">
          <ac:chgData name="Xiaolei Bi" userId="S::xbi@eamv.dk::4defdd0b-eb6b-464a-acc0-49fc44ef47a7" providerId="AD" clId="Web-{00000000-0000-0000-0000-000000000000}" dt="2026-09-21T14:19:19.175" v="59" actId="20577"/>
          <ac:spMkLst>
            <pc:docMk/>
            <pc:sldMk cId="0" sldId="290"/>
            <ac:spMk id="233" creationId="{00000000-0000-0000-0000-000000000000}"/>
          </ac:spMkLst>
        </pc:spChg>
        <pc:spChg chg="mod">
          <ac:chgData name="Xiaolei Bi" userId="S::xbi@eamv.dk::4defdd0b-eb6b-464a-acc0-49fc44ef47a7" providerId="AD" clId="Web-{00000000-0000-0000-0000-000000000000}" dt="2026-09-21T14:19:20.910" v="60" actId="20577"/>
          <ac:spMkLst>
            <pc:docMk/>
            <pc:sldMk cId="0" sldId="290"/>
            <ac:spMk id="234" creationId="{00000000-0000-0000-0000-000000000000}"/>
          </ac:spMkLst>
        </pc:spChg>
        <pc:spChg chg="del">
          <ac:chgData name="Xiaolei Bi" userId="S::xbi@eamv.dk::4defdd0b-eb6b-464a-acc0-49fc44ef47a7" providerId="AD" clId="Web-{00000000-0000-0000-0000-000000000000}" dt="2026-09-21T14:19:02.691" v="54"/>
          <ac:spMkLst>
            <pc:docMk/>
            <pc:sldMk cId="0" sldId="290"/>
            <ac:spMk id="235" creationId="{00000000-0000-0000-0000-000000000000}"/>
          </ac:spMkLst>
        </pc:spChg>
      </pc:sldChg>
      <pc:sldChg chg="add">
        <pc:chgData name="Xiaolei Bi" userId="S::xbi@eamv.dk::4defdd0b-eb6b-464a-acc0-49fc44ef47a7" providerId="AD" clId="Web-{00000000-0000-0000-0000-000000000000}" dt="2026-09-21T14:18:53.972" v="51"/>
        <pc:sldMkLst>
          <pc:docMk/>
          <pc:sldMk cId="0" sldId="291"/>
        </pc:sldMkLst>
      </pc:sldChg>
      <pc:sldChg chg="modSp add del">
        <pc:chgData name="Xiaolei Bi" userId="S::xbi@eamv.dk::4defdd0b-eb6b-464a-acc0-49fc44ef47a7" providerId="AD" clId="Web-{00000000-0000-0000-0000-000000000000}" dt="2026-09-21T14:25:17.834" v="86"/>
        <pc:sldMkLst>
          <pc:docMk/>
          <pc:sldMk cId="0" sldId="292"/>
        </pc:sldMkLst>
        <pc:picChg chg="mod">
          <ac:chgData name="Xiaolei Bi" userId="S::xbi@eamv.dk::4defdd0b-eb6b-464a-acc0-49fc44ef47a7" providerId="AD" clId="Web-{00000000-0000-0000-0000-000000000000}" dt="2026-09-21T14:25:02.975" v="61" actId="1076"/>
          <ac:picMkLst>
            <pc:docMk/>
            <pc:sldMk cId="0" sldId="292"/>
            <ac:picMk id="243" creationId="{00000000-0000-0000-0000-000000000000}"/>
          </ac:picMkLst>
        </pc:picChg>
      </pc:sldChg>
      <pc:sldChg chg="add del">
        <pc:chgData name="Xiaolei Bi" userId="S::xbi@eamv.dk::4defdd0b-eb6b-464a-acc0-49fc44ef47a7" providerId="AD" clId="Web-{00000000-0000-0000-0000-000000000000}" dt="2026-09-21T14:25:17.850" v="87"/>
        <pc:sldMkLst>
          <pc:docMk/>
          <pc:sldMk cId="1987780500" sldId="335"/>
        </pc:sldMkLst>
      </pc:sldChg>
      <pc:sldChg chg="del">
        <pc:chgData name="Xiaolei Bi" userId="S::xbi@eamv.dk::4defdd0b-eb6b-464a-acc0-49fc44ef47a7" providerId="AD" clId="Web-{00000000-0000-0000-0000-000000000000}" dt="2026-09-21T14:01:32.229" v="0"/>
        <pc:sldMkLst>
          <pc:docMk/>
          <pc:sldMk cId="1391452912" sldId="336"/>
        </pc:sldMkLst>
      </pc:sldChg>
      <pc:sldChg chg="modSp add del">
        <pc:chgData name="Xiaolei Bi" userId="S::xbi@eamv.dk::4defdd0b-eb6b-464a-acc0-49fc44ef47a7" providerId="AD" clId="Web-{00000000-0000-0000-0000-000000000000}" dt="2026-09-21T14:25:17.115" v="76"/>
        <pc:sldMkLst>
          <pc:docMk/>
          <pc:sldMk cId="558459896" sldId="337"/>
        </pc:sldMkLst>
        <pc:picChg chg="mod">
          <ac:chgData name="Xiaolei Bi" userId="S::xbi@eamv.dk::4defdd0b-eb6b-464a-acc0-49fc44ef47a7" providerId="AD" clId="Web-{00000000-0000-0000-0000-000000000000}" dt="2026-09-21T14:04:16.590" v="40" actId="1076"/>
          <ac:picMkLst>
            <pc:docMk/>
            <pc:sldMk cId="558459896" sldId="337"/>
            <ac:picMk id="112" creationId="{00000000-0000-0000-0000-000000000000}"/>
          </ac:picMkLst>
        </pc:picChg>
      </pc:sldChg>
      <pc:sldChg chg="del">
        <pc:chgData name="Xiaolei Bi" userId="S::xbi@eamv.dk::4defdd0b-eb6b-464a-acc0-49fc44ef47a7" providerId="AD" clId="Web-{00000000-0000-0000-0000-000000000000}" dt="2026-09-21T14:04:40.293" v="42"/>
        <pc:sldMkLst>
          <pc:docMk/>
          <pc:sldMk cId="2977830240" sldId="338"/>
        </pc:sldMkLst>
      </pc:sldChg>
      <pc:sldChg chg="delSp modSp add del">
        <pc:chgData name="Xiaolei Bi" userId="S::xbi@eamv.dk::4defdd0b-eb6b-464a-acc0-49fc44ef47a7" providerId="AD" clId="Web-{00000000-0000-0000-0000-000000000000}" dt="2026-09-21T14:25:17.225" v="77"/>
        <pc:sldMkLst>
          <pc:docMk/>
          <pc:sldMk cId="3714807615" sldId="339"/>
        </pc:sldMkLst>
        <pc:spChg chg="mod">
          <ac:chgData name="Xiaolei Bi" userId="S::xbi@eamv.dk::4defdd0b-eb6b-464a-acc0-49fc44ef47a7" providerId="AD" clId="Web-{00000000-0000-0000-0000-000000000000}" dt="2026-09-21T14:05:22.856" v="47" actId="20577"/>
          <ac:spMkLst>
            <pc:docMk/>
            <pc:sldMk cId="3714807615" sldId="339"/>
            <ac:spMk id="126" creationId="{00000000-0000-0000-0000-000000000000}"/>
          </ac:spMkLst>
        </pc:spChg>
        <pc:spChg chg="del">
          <ac:chgData name="Xiaolei Bi" userId="S::xbi@eamv.dk::4defdd0b-eb6b-464a-acc0-49fc44ef47a7" providerId="AD" clId="Web-{00000000-0000-0000-0000-000000000000}" dt="2026-09-21T14:04:53.043" v="44"/>
          <ac:spMkLst>
            <pc:docMk/>
            <pc:sldMk cId="3714807615" sldId="339"/>
            <ac:spMk id="128" creationId="{00000000-0000-0000-0000-000000000000}"/>
          </ac:spMkLst>
        </pc:spChg>
      </pc:sldChg>
      <pc:sldChg chg="add del">
        <pc:chgData name="Xiaolei Bi" userId="S::xbi@eamv.dk::4defdd0b-eb6b-464a-acc0-49fc44ef47a7" providerId="AD" clId="Web-{00000000-0000-0000-0000-000000000000}" dt="2026-09-21T14:25:17.568" v="82"/>
        <pc:sldMkLst>
          <pc:docMk/>
          <pc:sldMk cId="1314042553" sldId="341"/>
        </pc:sldMkLst>
      </pc:sldChg>
      <pc:sldChg chg="add del">
        <pc:chgData name="Xiaolei Bi" userId="S::xbi@eamv.dk::4defdd0b-eb6b-464a-acc0-49fc44ef47a7" providerId="AD" clId="Web-{00000000-0000-0000-0000-000000000000}" dt="2026-09-21T14:25:17.662" v="83"/>
        <pc:sldMkLst>
          <pc:docMk/>
          <pc:sldMk cId="3656972872" sldId="342"/>
        </pc:sldMkLst>
      </pc:sldChg>
      <pc:sldChg chg="new del">
        <pc:chgData name="Xiaolei Bi" userId="S::xbi@eamv.dk::4defdd0b-eb6b-464a-acc0-49fc44ef47a7" providerId="AD" clId="Web-{00000000-0000-0000-0000-000000000000}" dt="2026-09-21T14:18:56.472" v="53"/>
        <pc:sldMkLst>
          <pc:docMk/>
          <pc:sldMk cId="264457609" sldId="343"/>
        </pc:sldMkLst>
      </pc:sldChg>
      <pc:sldChg chg="new del">
        <pc:chgData name="Xiaolei Bi" userId="S::xbi@eamv.dk::4defdd0b-eb6b-464a-acc0-49fc44ef47a7" providerId="AD" clId="Web-{00000000-0000-0000-0000-000000000000}" dt="2026-09-21T14:26:21.928" v="120"/>
        <pc:sldMkLst>
          <pc:docMk/>
          <pc:sldMk cId="1828521761" sldId="343"/>
        </pc:sldMkLst>
      </pc:sldChg>
      <pc:sldChg chg="modSp add replId">
        <pc:chgData name="Xiaolei Bi" userId="S::xbi@eamv.dk::4defdd0b-eb6b-464a-acc0-49fc44ef47a7" providerId="AD" clId="Web-{00000000-0000-0000-0000-000000000000}" dt="2026-09-21T14:26:28.803" v="125" actId="20577"/>
        <pc:sldMkLst>
          <pc:docMk/>
          <pc:sldMk cId="2061245757" sldId="343"/>
        </pc:sldMkLst>
        <pc:spChg chg="mod">
          <ac:chgData name="Xiaolei Bi" userId="S::xbi@eamv.dk::4defdd0b-eb6b-464a-acc0-49fc44ef47a7" providerId="AD" clId="Web-{00000000-0000-0000-0000-000000000000}" dt="2026-09-21T14:26:28.803" v="125" actId="20577"/>
          <ac:spMkLst>
            <pc:docMk/>
            <pc:sldMk cId="2061245757" sldId="343"/>
            <ac:spMk id="2" creationId="{C18B4585-B3F8-6E7D-4E45-A90004785F5B}"/>
          </ac:spMkLst>
        </pc:spChg>
      </pc:sldChg>
      <pc:sldChg chg="add del">
        <pc:chgData name="Xiaolei Bi" userId="S::xbi@eamv.dk::4defdd0b-eb6b-464a-acc0-49fc44ef47a7" providerId="AD" clId="Web-{00000000-0000-0000-0000-000000000000}" dt="2026-09-21T14:25:54.319" v="116"/>
        <pc:sldMkLst>
          <pc:docMk/>
          <pc:sldMk cId="2887452371" sldId="343"/>
        </pc:sldMkLst>
      </pc:sldChg>
      <pc:sldChg chg="add del">
        <pc:chgData name="Xiaolei Bi" userId="S::xbi@eamv.dk::4defdd0b-eb6b-464a-acc0-49fc44ef47a7" providerId="AD" clId="Web-{00000000-0000-0000-0000-000000000000}" dt="2026-09-21T14:25:54.303" v="115"/>
        <pc:sldMkLst>
          <pc:docMk/>
          <pc:sldMk cId="1619217659" sldId="344"/>
        </pc:sldMkLst>
      </pc:sldChg>
      <pc:sldChg chg="add del">
        <pc:chgData name="Xiaolei Bi" userId="S::xbi@eamv.dk::4defdd0b-eb6b-464a-acc0-49fc44ef47a7" providerId="AD" clId="Web-{00000000-0000-0000-0000-000000000000}" dt="2026-09-21T14:25:54.303" v="114"/>
        <pc:sldMkLst>
          <pc:docMk/>
          <pc:sldMk cId="111488786" sldId="345"/>
        </pc:sldMkLst>
      </pc:sldChg>
      <pc:sldChg chg="add del">
        <pc:chgData name="Xiaolei Bi" userId="S::xbi@eamv.dk::4defdd0b-eb6b-464a-acc0-49fc44ef47a7" providerId="AD" clId="Web-{00000000-0000-0000-0000-000000000000}" dt="2026-09-21T14:25:54.303" v="113"/>
        <pc:sldMkLst>
          <pc:docMk/>
          <pc:sldMk cId="348751271" sldId="346"/>
        </pc:sldMkLst>
      </pc:sldChg>
      <pc:sldChg chg="add del">
        <pc:chgData name="Xiaolei Bi" userId="S::xbi@eamv.dk::4defdd0b-eb6b-464a-acc0-49fc44ef47a7" providerId="AD" clId="Web-{00000000-0000-0000-0000-000000000000}" dt="2026-09-21T14:25:54.303" v="112"/>
        <pc:sldMkLst>
          <pc:docMk/>
          <pc:sldMk cId="3099155768" sldId="347"/>
        </pc:sldMkLst>
      </pc:sldChg>
      <pc:sldChg chg="add del">
        <pc:chgData name="Xiaolei Bi" userId="S::xbi@eamv.dk::4defdd0b-eb6b-464a-acc0-49fc44ef47a7" providerId="AD" clId="Web-{00000000-0000-0000-0000-000000000000}" dt="2026-09-21T14:25:54.303" v="111"/>
        <pc:sldMkLst>
          <pc:docMk/>
          <pc:sldMk cId="1373947971" sldId="348"/>
        </pc:sldMkLst>
      </pc:sldChg>
      <pc:sldChg chg="add del">
        <pc:chgData name="Xiaolei Bi" userId="S::xbi@eamv.dk::4defdd0b-eb6b-464a-acc0-49fc44ef47a7" providerId="AD" clId="Web-{00000000-0000-0000-0000-000000000000}" dt="2026-09-21T14:25:54.303" v="110"/>
        <pc:sldMkLst>
          <pc:docMk/>
          <pc:sldMk cId="3839977190" sldId="349"/>
        </pc:sldMkLst>
      </pc:sldChg>
      <pc:sldChg chg="add del">
        <pc:chgData name="Xiaolei Bi" userId="S::xbi@eamv.dk::4defdd0b-eb6b-464a-acc0-49fc44ef47a7" providerId="AD" clId="Web-{00000000-0000-0000-0000-000000000000}" dt="2026-09-21T14:25:54.303" v="109"/>
        <pc:sldMkLst>
          <pc:docMk/>
          <pc:sldMk cId="3298455279" sldId="350"/>
        </pc:sldMkLst>
      </pc:sldChg>
      <pc:sldChg chg="add del">
        <pc:chgData name="Xiaolei Bi" userId="S::xbi@eamv.dk::4defdd0b-eb6b-464a-acc0-49fc44ef47a7" providerId="AD" clId="Web-{00000000-0000-0000-0000-000000000000}" dt="2026-09-21T14:25:54.303" v="108"/>
        <pc:sldMkLst>
          <pc:docMk/>
          <pc:sldMk cId="2354043188" sldId="351"/>
        </pc:sldMkLst>
      </pc:sldChg>
      <pc:sldChg chg="add del">
        <pc:chgData name="Xiaolei Bi" userId="S::xbi@eamv.dk::4defdd0b-eb6b-464a-acc0-49fc44ef47a7" providerId="AD" clId="Web-{00000000-0000-0000-0000-000000000000}" dt="2026-09-21T14:25:54.303" v="107"/>
        <pc:sldMkLst>
          <pc:docMk/>
          <pc:sldMk cId="1117023691" sldId="352"/>
        </pc:sldMkLst>
      </pc:sldChg>
      <pc:sldChg chg="add del">
        <pc:chgData name="Xiaolei Bi" userId="S::xbi@eamv.dk::4defdd0b-eb6b-464a-acc0-49fc44ef47a7" providerId="AD" clId="Web-{00000000-0000-0000-0000-000000000000}" dt="2026-09-21T14:25:54.303" v="106"/>
        <pc:sldMkLst>
          <pc:docMk/>
          <pc:sldMk cId="2432691056" sldId="353"/>
        </pc:sldMkLst>
      </pc:sldChg>
      <pc:sldChg chg="add del">
        <pc:chgData name="Xiaolei Bi" userId="S::xbi@eamv.dk::4defdd0b-eb6b-464a-acc0-49fc44ef47a7" providerId="AD" clId="Web-{00000000-0000-0000-0000-000000000000}" dt="2026-09-21T14:25:54.303" v="105"/>
        <pc:sldMkLst>
          <pc:docMk/>
          <pc:sldMk cId="3443233429" sldId="354"/>
        </pc:sldMkLst>
      </pc:sldChg>
      <pc:sldChg chg="add del">
        <pc:chgData name="Xiaolei Bi" userId="S::xbi@eamv.dk::4defdd0b-eb6b-464a-acc0-49fc44ef47a7" providerId="AD" clId="Web-{00000000-0000-0000-0000-000000000000}" dt="2026-09-21T14:25:54.287" v="104"/>
        <pc:sldMkLst>
          <pc:docMk/>
          <pc:sldMk cId="756502236" sldId="355"/>
        </pc:sldMkLst>
      </pc:sldChg>
    </pc:docChg>
  </pc:docChgLst>
  <pc:docChgLst>
    <pc:chgData name="Xiaolei Bi" userId="S::xbi@eamv.dk::4defdd0b-eb6b-464a-acc0-49fc44ef47a7" providerId="AD" clId="Web-{842DD34E-345C-84FE-FF68-33D2DBCFFCFD}"/>
    <pc:docChg chg="modSld sldOrd">
      <pc:chgData name="Xiaolei Bi" userId="S::xbi@eamv.dk::4defdd0b-eb6b-464a-acc0-49fc44ef47a7" providerId="AD" clId="Web-{842DD34E-345C-84FE-FF68-33D2DBCFFCFD}" dt="2026-09-21T14:00:33.259" v="4" actId="20577"/>
      <pc:docMkLst>
        <pc:docMk/>
      </pc:docMkLst>
      <pc:sldChg chg="modSp">
        <pc:chgData name="Xiaolei Bi" userId="S::xbi@eamv.dk::4defdd0b-eb6b-464a-acc0-49fc44ef47a7" providerId="AD" clId="Web-{842DD34E-345C-84FE-FF68-33D2DBCFFCFD}" dt="2026-09-21T14:00:33.259" v="4" actId="20577"/>
        <pc:sldMkLst>
          <pc:docMk/>
          <pc:sldMk cId="0" sldId="270"/>
        </pc:sldMkLst>
        <pc:spChg chg="mod">
          <ac:chgData name="Xiaolei Bi" userId="S::xbi@eamv.dk::4defdd0b-eb6b-464a-acc0-49fc44ef47a7" providerId="AD" clId="Web-{842DD34E-345C-84FE-FF68-33D2DBCFFCFD}" dt="2026-09-21T14:00:33.259" v="4" actId="20577"/>
          <ac:spMkLst>
            <pc:docMk/>
            <pc:sldMk cId="0" sldId="270"/>
            <ac:spMk id="3" creationId="{00000000-0000-0000-0000-000000000000}"/>
          </ac:spMkLst>
        </pc:spChg>
      </pc:sldChg>
      <pc:sldChg chg="ord">
        <pc:chgData name="Xiaolei Bi" userId="S::xbi@eamv.dk::4defdd0b-eb6b-464a-acc0-49fc44ef47a7" providerId="AD" clId="Web-{842DD34E-345C-84FE-FF68-33D2DBCFFCFD}" dt="2026-09-21T14:00:27.619" v="0"/>
        <pc:sldMkLst>
          <pc:docMk/>
          <pc:sldMk cId="2655987921" sldId="28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F272A5-8E49-BE47-B6B4-135D452FC098}" type="datetimeFigureOut">
              <a:rPr lang="en-DK" smtClean="0"/>
              <a:t>09/21/2026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3D9633-BFFF-EA42-89DE-7FA32332225C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984553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DK"/>
              <a:t>If the user clicks the word </a:t>
            </a:r>
            <a:r>
              <a:rPr lang="en-DK" b="1"/>
              <a:t>"Name:"</a:t>
            </a:r>
            <a:r>
              <a:rPr lang="en-DK"/>
              <a:t>, the cursor will automatically move into the input field.</a:t>
            </a:r>
          </a:p>
          <a:p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D9633-BFFF-EA42-89DE-7FA32332225C}" type="slidenum">
              <a:rPr lang="en-DK" smtClean="0"/>
              <a:t>12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445269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Why?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D9633-BFFF-EA42-89DE-7FA32332225C}" type="slidenum">
              <a:rPr lang="en-DK" smtClean="0"/>
              <a:t>15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26110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9/21/2026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9/21/2026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9/21/2026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21" b="1" i="0">
                <a:solidFill>
                  <a:srgbClr val="007FA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1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1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82676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ART I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5" name="Rectangle"/>
          <p:cNvSpPr/>
          <p:nvPr/>
        </p:nvSpPr>
        <p:spPr>
          <a:xfrm>
            <a:off x="-11906" y="0"/>
            <a:ext cx="12304087" cy="162130"/>
          </a:xfrm>
          <a:prstGeom prst="rect">
            <a:avLst/>
          </a:prstGeom>
          <a:solidFill>
            <a:srgbClr val="27BDBE"/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 sz="1687"/>
          </a:p>
        </p:txBody>
      </p:sp>
      <p:sp>
        <p:nvSpPr>
          <p:cNvPr id="4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87079027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ART I title +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4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6" name="Rectangle"/>
          <p:cNvSpPr/>
          <p:nvPr/>
        </p:nvSpPr>
        <p:spPr>
          <a:xfrm>
            <a:off x="-11906" y="0"/>
            <a:ext cx="12304087" cy="162130"/>
          </a:xfrm>
          <a:prstGeom prst="rect">
            <a:avLst/>
          </a:prstGeom>
          <a:solidFill>
            <a:srgbClr val="27BDBE"/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 sz="1687"/>
          </a:p>
        </p:txBody>
      </p:sp>
      <p:sp>
        <p:nvSpPr>
          <p:cNvPr id="5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04328144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ART I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"/>
          <p:cNvSpPr/>
          <p:nvPr/>
        </p:nvSpPr>
        <p:spPr>
          <a:xfrm>
            <a:off x="-11906" y="0"/>
            <a:ext cx="12304087" cy="162130"/>
          </a:xfrm>
          <a:prstGeom prst="rect">
            <a:avLst/>
          </a:prstGeom>
          <a:solidFill>
            <a:srgbClr val="27BDBE"/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 sz="1687"/>
          </a:p>
        </p:txBody>
      </p:sp>
      <p:sp>
        <p:nvSpPr>
          <p:cNvPr id="3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7783100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if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://validator.w3.org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5B05F-0CA8-0699-20B5-AB5C04020B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DK"/>
              <a:t> HTML  </a:t>
            </a:r>
            <a:br>
              <a:rPr lang="en-DK"/>
            </a:br>
            <a:r>
              <a:rPr lang="en-DK"/>
              <a:t>semantiske elementer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0A4E69-6F3F-73D7-FA50-1EBCC84671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DK"/>
              <a:t>xbi@2026</a:t>
            </a:r>
          </a:p>
        </p:txBody>
      </p:sp>
    </p:spTree>
    <p:extLst>
      <p:ext uri="{BB962C8B-B14F-4D97-AF65-F5344CB8AC3E}">
        <p14:creationId xmlns:p14="http://schemas.microsoft.com/office/powerpoint/2010/main" val="555778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he form Element"/>
          <p:cNvSpPr txBox="1">
            <a:spLocks noGrp="1"/>
          </p:cNvSpPr>
          <p:nvPr>
            <p:ph type="title"/>
          </p:nvPr>
        </p:nvSpPr>
        <p:spPr>
          <a:xfrm>
            <a:off x="2190496" y="517652"/>
            <a:ext cx="7811008" cy="558800"/>
          </a:xfrm>
          <a:prstGeom prst="rect">
            <a:avLst/>
          </a:prstGeom>
        </p:spPr>
        <p:txBody>
          <a:bodyPr>
            <a:normAutofit fontScale="90000"/>
          </a:bodyPr>
          <a:lstStyle>
            <a:defPPr marL="0" marR="0" indent="0" algn="l" defTabSz="765353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7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191338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382676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574015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765353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956691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148029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339367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530706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r>
              <a:rPr lang="da-DK" sz="3000"/>
              <a:t>Form</a:t>
            </a:r>
          </a:p>
        </p:txBody>
      </p:sp>
      <p:sp>
        <p:nvSpPr>
          <p:cNvPr id="100" name="&lt;form action=&quot;URL&quot; method=&quot;POST or GET&quot;&gt;…"/>
          <p:cNvSpPr txBox="1"/>
          <p:nvPr/>
        </p:nvSpPr>
        <p:spPr>
          <a:xfrm>
            <a:off x="2313901" y="1977819"/>
            <a:ext cx="7555295" cy="127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defPPr marL="0" marR="0" indent="0" algn="l" defTabSz="765353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7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191338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382676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574015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765353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956691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148029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339367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530706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algn="l" defTabSz="321457">
              <a:tabLst>
                <a:tab pos="321457" algn="l"/>
                <a:tab pos="642915" algn="l"/>
                <a:tab pos="964372" algn="l"/>
                <a:tab pos="1285829" algn="l"/>
                <a:tab pos="1607287" algn="l"/>
                <a:tab pos="1928744" algn="l"/>
                <a:tab pos="2250201" algn="l"/>
                <a:tab pos="2571659" algn="l"/>
                <a:tab pos="2893116" algn="l"/>
                <a:tab pos="3214573" algn="l"/>
                <a:tab pos="3536031" algn="l"/>
                <a:tab pos="3857488" algn="l"/>
              </a:tabLst>
              <a:defRPr sz="2800">
                <a:latin typeface="Courier"/>
                <a:ea typeface="Courier"/>
                <a:cs typeface="Courier"/>
                <a:sym typeface="Courier"/>
              </a:defRPr>
            </a:pPr>
            <a:r>
              <a:rPr sz="1950" b="1">
                <a:solidFill>
                  <a:schemeClr val="tx1"/>
                </a:solidFill>
              </a:rPr>
              <a:t>&lt;form</a:t>
            </a:r>
            <a:r>
              <a:rPr sz="1950">
                <a:solidFill>
                  <a:schemeClr val="tx1"/>
                </a:solidFill>
              </a:rPr>
              <a:t> </a:t>
            </a:r>
            <a:r>
              <a:rPr lang="da-DK" sz="1950">
                <a:solidFill>
                  <a:schemeClr val="tx1"/>
                </a:solidFill>
              </a:rPr>
              <a:t>action</a:t>
            </a:r>
            <a:r>
              <a:rPr sz="1950">
                <a:solidFill>
                  <a:schemeClr val="tx1"/>
                </a:solidFill>
              </a:rPr>
              <a:t>"</a:t>
            </a:r>
            <a:r>
              <a:rPr sz="1950" b="1">
                <a:solidFill>
                  <a:schemeClr val="tx1"/>
                </a:solidFill>
              </a:rPr>
              <a:t>&gt;</a:t>
            </a:r>
          </a:p>
          <a:p>
            <a:pPr algn="l" defTabSz="321457">
              <a:tabLst>
                <a:tab pos="321457" algn="l"/>
                <a:tab pos="642915" algn="l"/>
                <a:tab pos="964372" algn="l"/>
                <a:tab pos="1285829" algn="l"/>
                <a:tab pos="1607287" algn="l"/>
                <a:tab pos="1928744" algn="l"/>
                <a:tab pos="2250201" algn="l"/>
                <a:tab pos="2571659" algn="l"/>
                <a:tab pos="2893116" algn="l"/>
                <a:tab pos="3214573" algn="l"/>
                <a:tab pos="3536031" algn="l"/>
                <a:tab pos="3857488" algn="l"/>
              </a:tabLst>
              <a:defRPr sz="2800">
                <a:latin typeface="Courier"/>
                <a:ea typeface="Courier"/>
                <a:cs typeface="Courier"/>
                <a:sym typeface="Courier"/>
              </a:defRPr>
            </a:pPr>
            <a:r>
              <a:rPr sz="1950">
                <a:solidFill>
                  <a:schemeClr val="tx1"/>
                </a:solidFill>
              </a:rPr>
              <a:t>  &lt;!-- Form content and inputs here --&gt;</a:t>
            </a:r>
          </a:p>
          <a:p>
            <a:pPr algn="l" defTabSz="321457">
              <a:tabLst>
                <a:tab pos="321457" algn="l"/>
                <a:tab pos="642915" algn="l"/>
                <a:tab pos="964372" algn="l"/>
                <a:tab pos="1285829" algn="l"/>
                <a:tab pos="1607287" algn="l"/>
                <a:tab pos="1928744" algn="l"/>
                <a:tab pos="2250201" algn="l"/>
                <a:tab pos="2571659" algn="l"/>
                <a:tab pos="2893116" algn="l"/>
                <a:tab pos="3214573" algn="l"/>
                <a:tab pos="3536031" algn="l"/>
                <a:tab pos="3857488" algn="l"/>
              </a:tabLst>
              <a:defRPr sz="2800"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1950">
                <a:solidFill>
                  <a:schemeClr val="tx1"/>
                </a:solidFill>
              </a:rPr>
              <a:t>&lt;/form&gt;</a:t>
            </a:r>
          </a:p>
          <a:p>
            <a:pPr algn="just" defTabSz="321457">
              <a:tabLst>
                <a:tab pos="321457" algn="l"/>
                <a:tab pos="642915" algn="l"/>
                <a:tab pos="964372" algn="l"/>
                <a:tab pos="1285829" algn="l"/>
                <a:tab pos="1607287" algn="l"/>
                <a:tab pos="1928744" algn="l"/>
                <a:tab pos="2250201" algn="l"/>
                <a:tab pos="2571659" algn="l"/>
                <a:tab pos="2893116" algn="l"/>
                <a:tab pos="3214573" algn="l"/>
                <a:tab pos="3536031" algn="l"/>
                <a:tab pos="3857488" algn="l"/>
              </a:tabLst>
              <a:defRPr sz="2800"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lang="da-DK" sz="1950"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Form Control Elemen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defPPr marL="0" marR="0" indent="0" algn="l" defTabSz="765353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7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191338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382676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574015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765353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956691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148029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339367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530706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r>
              <a:t>Form Control Elements</a:t>
            </a:r>
          </a:p>
        </p:txBody>
      </p:sp>
      <p:pic>
        <p:nvPicPr>
          <p:cNvPr id="112" name="lwd5_0901b_controls.png" descr="lwd5_0901b_contr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513" y="2098120"/>
            <a:ext cx="6861215" cy="1340081"/>
          </a:xfrm>
          <a:prstGeom prst="rect">
            <a:avLst/>
          </a:prstGeom>
          <a:ln w="12700">
            <a:miter lim="400000"/>
          </a:ln>
        </p:spPr>
      </p:pic>
      <p:sp>
        <p:nvSpPr>
          <p:cNvPr id="113" name="&lt;input type=&quot;text&quot;&gt;…"/>
          <p:cNvSpPr txBox="1"/>
          <p:nvPr/>
        </p:nvSpPr>
        <p:spPr>
          <a:xfrm>
            <a:off x="2451196" y="4391175"/>
            <a:ext cx="7289609" cy="1678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defPPr marL="0" marR="0" indent="0" algn="l" defTabSz="765353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7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191338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382676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574015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765353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956691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148029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339367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530706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>
              <a:spcBef>
                <a:spcPts val="844"/>
              </a:spcBef>
              <a:defRPr sz="3000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109"/>
              <a:t>&lt;input type="text"&gt;</a:t>
            </a:r>
          </a:p>
          <a:p>
            <a:pPr>
              <a:spcBef>
                <a:spcPts val="844"/>
              </a:spcBef>
              <a:defRPr sz="3000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109"/>
              <a:t>&lt;input type="submit"&gt;</a:t>
            </a:r>
          </a:p>
          <a:p>
            <a:pPr>
              <a:spcBef>
                <a:spcPts val="844"/>
              </a:spcBef>
              <a:defRPr sz="3000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109"/>
              <a:t>&lt;input type="checkbox"&gt;</a:t>
            </a:r>
          </a:p>
          <a:p>
            <a:pPr>
              <a:spcBef>
                <a:spcPts val="844"/>
              </a:spcBef>
              <a:defRPr sz="3000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109"/>
              <a:t>&lt;select&gt;</a:t>
            </a:r>
          </a:p>
        </p:txBody>
      </p:sp>
      <p:sp>
        <p:nvSpPr>
          <p:cNvPr id="114" name="Form control elements (also called widgets) collect data from the user. A few examples:"/>
          <p:cNvSpPr txBox="1"/>
          <p:nvPr/>
        </p:nvSpPr>
        <p:spPr>
          <a:xfrm>
            <a:off x="2581480" y="3464717"/>
            <a:ext cx="7095246" cy="7143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defPPr marL="0" marR="0" indent="0" algn="l" defTabSz="765353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7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191338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382676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574015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765353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956691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148029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339367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530706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algn="l">
              <a:spcBef>
                <a:spcPts val="2953"/>
              </a:spcBef>
              <a:defRPr sz="3000">
                <a:solidFill>
                  <a:srgbClr val="53585F"/>
                </a:solidFill>
              </a:defRPr>
            </a:pPr>
            <a:r>
              <a:rPr sz="2109" b="1">
                <a:latin typeface="+mj-lt"/>
                <a:ea typeface="+mj-ea"/>
                <a:cs typeface="+mj-cs"/>
                <a:sym typeface="Helvetica"/>
              </a:rPr>
              <a:t>Form control elements </a:t>
            </a:r>
            <a:r>
              <a:rPr sz="2109"/>
              <a:t>(also called </a:t>
            </a:r>
            <a:r>
              <a:rPr sz="2109" b="1">
                <a:latin typeface="+mj-lt"/>
                <a:ea typeface="+mj-ea"/>
                <a:cs typeface="+mj-cs"/>
                <a:sym typeface="Helvetica"/>
              </a:rPr>
              <a:t>widgets</a:t>
            </a:r>
            <a:r>
              <a:rPr sz="2109"/>
              <a:t>) collect data from the user. A few examples:</a:t>
            </a:r>
          </a:p>
        </p:txBody>
      </p:sp>
    </p:spTree>
    <p:extLst>
      <p:ext uri="{BB962C8B-B14F-4D97-AF65-F5344CB8AC3E}">
        <p14:creationId xmlns:p14="http://schemas.microsoft.com/office/powerpoint/2010/main" val="558459896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FORM CONTROL ELEMENTS…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defPPr marL="0" marR="0" indent="0" algn="l" defTabSz="765353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7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191338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382676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574015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765353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956691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148029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339367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530706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>
              <a:defRPr sz="2000" b="0">
                <a:latin typeface="+mn-lt"/>
                <a:ea typeface="+mn-ea"/>
                <a:cs typeface="+mn-cs"/>
                <a:sym typeface="Helvetica Light"/>
              </a:defRPr>
            </a:pPr>
            <a:r>
              <a:t>FORM CONTROL ELEMENTS</a:t>
            </a:r>
          </a:p>
          <a:p>
            <a:pPr>
              <a:spcBef>
                <a:spcPts val="844"/>
              </a:spcBef>
            </a:pPr>
            <a:r>
              <a:t>Text Entry Input</a:t>
            </a:r>
          </a:p>
        </p:txBody>
      </p:sp>
      <p:sp>
        <p:nvSpPr>
          <p:cNvPr id="126" name="&lt;input type=&quot;text&quot; name=&quot;color&quot; value=&quot;Red&quot; maxlength=&quot;24&quot;&gt;…"/>
          <p:cNvSpPr txBox="1"/>
          <p:nvPr/>
        </p:nvSpPr>
        <p:spPr>
          <a:xfrm>
            <a:off x="2071108" y="2977278"/>
            <a:ext cx="8115988" cy="2881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35719" tIns="35719" rIns="35719" bIns="35719" anchor="t">
            <a:spAutoFit/>
          </a:bodyPr>
          <a:lstStyle>
            <a:defPPr marL="0" marR="0" indent="0" algn="l" defTabSz="765353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7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191338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382676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574015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765353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956691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148029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339367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530706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defTabSz="321457">
              <a:tabLst>
                <a:tab pos="321457" algn="l"/>
                <a:tab pos="642915" algn="l"/>
                <a:tab pos="964372" algn="l"/>
                <a:tab pos="1285829" algn="l"/>
                <a:tab pos="1607287" algn="l"/>
                <a:tab pos="1928744" algn="l"/>
                <a:tab pos="2250201" algn="l"/>
                <a:tab pos="2571659" algn="l"/>
                <a:tab pos="2893116" algn="l"/>
                <a:tab pos="3214573" algn="l"/>
                <a:tab pos="3536031" algn="l"/>
                <a:tab pos="3857488" algn="l"/>
              </a:tabLst>
              <a:defRPr sz="2400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1650">
                <a:solidFill>
                  <a:schemeClr val="tx1"/>
                </a:solidFill>
              </a:rPr>
              <a:t>&lt;input </a:t>
            </a:r>
            <a:r>
              <a:rPr sz="1650" b="1">
                <a:solidFill>
                  <a:schemeClr val="tx1"/>
                </a:solidFill>
              </a:rPr>
              <a:t>type="text"</a:t>
            </a:r>
            <a:r>
              <a:rPr sz="1650">
                <a:solidFill>
                  <a:schemeClr val="tx1"/>
                </a:solidFill>
              </a:rPr>
              <a:t> name="color" value="Red" </a:t>
            </a:r>
            <a:r>
              <a:rPr sz="1650" err="1">
                <a:solidFill>
                  <a:schemeClr val="tx1"/>
                </a:solidFill>
              </a:rPr>
              <a:t>maxlength</a:t>
            </a:r>
            <a:r>
              <a:rPr sz="1650">
                <a:solidFill>
                  <a:schemeClr val="tx1"/>
                </a:solidFill>
              </a:rPr>
              <a:t>="24"&gt;</a:t>
            </a:r>
          </a:p>
          <a:p>
            <a:pPr algn="l" defTabSz="321457">
              <a:tabLst>
                <a:tab pos="321457" algn="l"/>
                <a:tab pos="642915" algn="l"/>
                <a:tab pos="964372" algn="l"/>
                <a:tab pos="1285829" algn="l"/>
                <a:tab pos="1607287" algn="l"/>
                <a:tab pos="1928744" algn="l"/>
                <a:tab pos="2250201" algn="l"/>
                <a:tab pos="2571659" algn="l"/>
                <a:tab pos="2893116" algn="l"/>
                <a:tab pos="3214573" algn="l"/>
                <a:tab pos="3536031" algn="l"/>
                <a:tab pos="3857488" algn="l"/>
              </a:tabLst>
              <a:defRPr sz="2700"/>
            </a:pPr>
            <a:endParaRPr sz="1898"/>
          </a:p>
          <a:p>
            <a:pPr algn="l" defTabSz="321457">
              <a:spcBef>
                <a:spcPts val="844"/>
              </a:spcBef>
              <a:tabLst>
                <a:tab pos="321457" algn="l"/>
                <a:tab pos="642915" algn="l"/>
                <a:tab pos="964372" algn="l"/>
                <a:tab pos="1285829" algn="l"/>
                <a:tab pos="1607287" algn="l"/>
                <a:tab pos="1928744" algn="l"/>
                <a:tab pos="2250201" algn="l"/>
                <a:tab pos="2571659" algn="l"/>
                <a:tab pos="2893116" algn="l"/>
                <a:tab pos="3214573" algn="l"/>
                <a:tab pos="3536031" algn="l"/>
                <a:tab pos="3857488" algn="l"/>
              </a:tabLst>
              <a:defRPr sz="2700">
                <a:solidFill>
                  <a:srgbClr val="53585F"/>
                </a:solidFill>
              </a:defRPr>
            </a:pPr>
            <a:r>
              <a:rPr sz="1850" b="1">
                <a:latin typeface="Courier"/>
                <a:ea typeface="Courier"/>
                <a:cs typeface="Courier"/>
                <a:sym typeface="Courier"/>
              </a:rPr>
              <a:t>type</a:t>
            </a:r>
            <a:r>
              <a:rPr sz="1850"/>
              <a:t>: Type of input control, in this case a single-line text field</a:t>
            </a:r>
          </a:p>
          <a:p>
            <a:pPr algn="l" defTabSz="321457">
              <a:spcBef>
                <a:spcPts val="844"/>
              </a:spcBef>
              <a:tabLst>
                <a:tab pos="321457" algn="l"/>
                <a:tab pos="642915" algn="l"/>
                <a:tab pos="964372" algn="l"/>
                <a:tab pos="1285829" algn="l"/>
                <a:tab pos="1607287" algn="l"/>
                <a:tab pos="1928744" algn="l"/>
                <a:tab pos="2250201" algn="l"/>
                <a:tab pos="2571659" algn="l"/>
                <a:tab pos="2893116" algn="l"/>
                <a:tab pos="3214573" algn="l"/>
                <a:tab pos="3536031" algn="l"/>
                <a:tab pos="3857488" algn="l"/>
              </a:tabLst>
              <a:defRPr sz="2700">
                <a:solidFill>
                  <a:srgbClr val="53585F"/>
                </a:solidFill>
              </a:defRPr>
            </a:pPr>
            <a:r>
              <a:rPr sz="1850" b="1">
                <a:latin typeface="Courier"/>
                <a:ea typeface="Courier"/>
                <a:cs typeface="Courier"/>
                <a:sym typeface="Courier"/>
              </a:rPr>
              <a:t>name</a:t>
            </a:r>
            <a:r>
              <a:rPr sz="1850"/>
              <a:t>: Required variable name</a:t>
            </a:r>
          </a:p>
          <a:p>
            <a:pPr algn="l" defTabSz="321457">
              <a:spcBef>
                <a:spcPts val="844"/>
              </a:spcBef>
              <a:tabLst>
                <a:tab pos="321457" algn="l"/>
                <a:tab pos="642915" algn="l"/>
                <a:tab pos="964372" algn="l"/>
                <a:tab pos="1285829" algn="l"/>
                <a:tab pos="1607287" algn="l"/>
                <a:tab pos="1928744" algn="l"/>
                <a:tab pos="2250201" algn="l"/>
                <a:tab pos="2571659" algn="l"/>
                <a:tab pos="2893116" algn="l"/>
                <a:tab pos="3214573" algn="l"/>
                <a:tab pos="3536031" algn="l"/>
                <a:tab pos="3857488" algn="l"/>
              </a:tabLst>
              <a:defRPr sz="2700">
                <a:solidFill>
                  <a:srgbClr val="53585F"/>
                </a:solidFill>
              </a:defRPr>
            </a:pPr>
            <a:r>
              <a:rPr sz="1850" b="1">
                <a:latin typeface="Courier"/>
                <a:ea typeface="Courier"/>
                <a:cs typeface="Courier"/>
                <a:sym typeface="Courier"/>
              </a:rPr>
              <a:t>value</a:t>
            </a:r>
            <a:r>
              <a:rPr sz="1850"/>
              <a:t>: Default text that appears in the field and is sent to server if the field is left blank</a:t>
            </a:r>
          </a:p>
          <a:p>
            <a:pPr algn="l" defTabSz="321457">
              <a:spcBef>
                <a:spcPts val="844"/>
              </a:spcBef>
              <a:tabLst>
                <a:tab pos="321457" algn="l"/>
                <a:tab pos="642915" algn="l"/>
                <a:tab pos="964372" algn="l"/>
                <a:tab pos="1285829" algn="l"/>
                <a:tab pos="1607287" algn="l"/>
                <a:tab pos="1928744" algn="l"/>
                <a:tab pos="2250201" algn="l"/>
                <a:tab pos="2571659" algn="l"/>
                <a:tab pos="2893116" algn="l"/>
                <a:tab pos="3214573" algn="l"/>
                <a:tab pos="3536031" algn="l"/>
                <a:tab pos="3857488" algn="l"/>
              </a:tabLst>
              <a:defRPr sz="2700">
                <a:solidFill>
                  <a:srgbClr val="53585F"/>
                </a:solidFill>
              </a:defRPr>
            </a:pPr>
            <a:r>
              <a:rPr sz="1850" b="1" err="1">
                <a:latin typeface="Courier"/>
                <a:ea typeface="Courier"/>
                <a:cs typeface="Courier"/>
                <a:sym typeface="Courier"/>
              </a:rPr>
              <a:t>maxlength</a:t>
            </a:r>
            <a:r>
              <a:rPr sz="1850"/>
              <a:t>, </a:t>
            </a:r>
            <a:r>
              <a:rPr sz="1850" b="1" err="1">
                <a:latin typeface="Courier"/>
                <a:ea typeface="Courier"/>
                <a:cs typeface="Courier"/>
                <a:sym typeface="Courier"/>
              </a:rPr>
              <a:t>minlength</a:t>
            </a:r>
            <a:r>
              <a:rPr sz="1850"/>
              <a:t>: Sets a character limit for the field</a:t>
            </a:r>
          </a:p>
          <a:p>
            <a:pPr algn="l" defTabSz="321457">
              <a:spcBef>
                <a:spcPts val="844"/>
              </a:spcBef>
              <a:tabLst>
                <a:tab pos="321457" algn="l"/>
                <a:tab pos="642915" algn="l"/>
                <a:tab pos="964372" algn="l"/>
                <a:tab pos="1285829" algn="l"/>
                <a:tab pos="1607287" algn="l"/>
                <a:tab pos="1928744" algn="l"/>
                <a:tab pos="2250201" algn="l"/>
                <a:tab pos="2571659" algn="l"/>
                <a:tab pos="2893116" algn="l"/>
                <a:tab pos="3214573" algn="l"/>
                <a:tab pos="3536031" algn="l"/>
                <a:tab pos="3857488" algn="l"/>
              </a:tabLst>
              <a:defRPr sz="2700">
                <a:solidFill>
                  <a:srgbClr val="53585F"/>
                </a:solidFill>
              </a:defRPr>
            </a:pPr>
            <a:r>
              <a:rPr sz="1850" b="1">
                <a:latin typeface="Courier"/>
                <a:ea typeface="Courier"/>
                <a:cs typeface="Courier"/>
                <a:sym typeface="Courier"/>
              </a:rPr>
              <a:t>size</a:t>
            </a:r>
            <a:r>
              <a:rPr sz="1850"/>
              <a:t>: The length of the field in number of characters </a:t>
            </a:r>
          </a:p>
        </p:txBody>
      </p:sp>
      <p:pic>
        <p:nvPicPr>
          <p:cNvPr id="12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1057" y="1812727"/>
            <a:ext cx="8035251" cy="134382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714807615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FORM CONTROL ELEMENTS…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defPPr marL="0" marR="0" indent="0" algn="l" defTabSz="765353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7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191338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382676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574015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765353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956691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148029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339367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530706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>
              <a:defRPr sz="2000" b="0">
                <a:latin typeface="+mn-lt"/>
                <a:ea typeface="+mn-ea"/>
                <a:cs typeface="+mn-cs"/>
                <a:sym typeface="Helvetica Light"/>
              </a:defRPr>
            </a:pPr>
            <a:r>
              <a:t>FORM CONTROL ELEMENTS</a:t>
            </a:r>
          </a:p>
          <a:p>
            <a:pPr>
              <a:spcBef>
                <a:spcPts val="844"/>
              </a:spcBef>
            </a:pPr>
            <a:r>
              <a:t>Multi-line Text Entry</a:t>
            </a:r>
          </a:p>
        </p:txBody>
      </p:sp>
      <p:sp>
        <p:nvSpPr>
          <p:cNvPr id="131" name="&lt;textarea name=&quot;entry&quot; rows=&quot;6&quot; cols=&quot;64&quot;&gt;This band is totally awesome!&lt;/textarea&gt;…"/>
          <p:cNvSpPr txBox="1"/>
          <p:nvPr/>
        </p:nvSpPr>
        <p:spPr>
          <a:xfrm>
            <a:off x="2012543" y="4460665"/>
            <a:ext cx="8233121" cy="1491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defPPr marL="0" marR="0" indent="0" algn="l" defTabSz="765353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7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191338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382676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574015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765353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956691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148029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339367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530706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algn="l" defTabSz="321457">
              <a:tabLst>
                <a:tab pos="321457" algn="l"/>
                <a:tab pos="642915" algn="l"/>
                <a:tab pos="964372" algn="l"/>
                <a:tab pos="1285829" algn="l"/>
                <a:tab pos="1607287" algn="l"/>
                <a:tab pos="1928744" algn="l"/>
                <a:tab pos="2250201" algn="l"/>
                <a:tab pos="2571659" algn="l"/>
                <a:tab pos="2893116" algn="l"/>
                <a:tab pos="3214573" algn="l"/>
                <a:tab pos="3536031" algn="l"/>
                <a:tab pos="3857488" algn="l"/>
              </a:tabLst>
              <a:defRPr sz="2200">
                <a:solidFill>
                  <a:srgbClr val="53585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1547" b="1">
                <a:solidFill>
                  <a:schemeClr val="tx1"/>
                </a:solidFill>
              </a:rPr>
              <a:t>&lt;</a:t>
            </a:r>
            <a:r>
              <a:rPr sz="1547" b="1" err="1">
                <a:solidFill>
                  <a:schemeClr val="tx1"/>
                </a:solidFill>
              </a:rPr>
              <a:t>textarea</a:t>
            </a:r>
            <a:r>
              <a:rPr sz="1547" b="1">
                <a:solidFill>
                  <a:schemeClr val="tx1"/>
                </a:solidFill>
              </a:rPr>
              <a:t> </a:t>
            </a:r>
            <a:r>
              <a:rPr sz="1547">
                <a:solidFill>
                  <a:schemeClr val="tx1"/>
                </a:solidFill>
              </a:rPr>
              <a:t>name="entry" rows="6" cols="64"</a:t>
            </a:r>
            <a:r>
              <a:rPr sz="1547" b="1">
                <a:solidFill>
                  <a:schemeClr val="tx1"/>
                </a:solidFill>
              </a:rPr>
              <a:t>&gt;</a:t>
            </a:r>
            <a:r>
              <a:rPr sz="1547">
                <a:solidFill>
                  <a:schemeClr val="tx1"/>
                </a:solidFill>
              </a:rPr>
              <a:t>This band is totally awesome!</a:t>
            </a:r>
            <a:r>
              <a:rPr sz="1547" b="1">
                <a:solidFill>
                  <a:schemeClr val="tx1"/>
                </a:solidFill>
              </a:rPr>
              <a:t>&lt;/</a:t>
            </a:r>
            <a:r>
              <a:rPr sz="1547" b="1" err="1">
                <a:solidFill>
                  <a:schemeClr val="tx1"/>
                </a:solidFill>
              </a:rPr>
              <a:t>textarea</a:t>
            </a:r>
            <a:r>
              <a:rPr sz="1547" b="1">
                <a:solidFill>
                  <a:schemeClr val="tx1"/>
                </a:solidFill>
              </a:rPr>
              <a:t>&gt;</a:t>
            </a:r>
          </a:p>
          <a:p>
            <a:pPr algn="l" defTabSz="321457">
              <a:spcBef>
                <a:spcPts val="1406"/>
              </a:spcBef>
              <a:tabLst>
                <a:tab pos="321457" algn="l"/>
                <a:tab pos="642915" algn="l"/>
                <a:tab pos="964372" algn="l"/>
                <a:tab pos="1285829" algn="l"/>
                <a:tab pos="1607287" algn="l"/>
                <a:tab pos="1928744" algn="l"/>
                <a:tab pos="2250201" algn="l"/>
                <a:tab pos="2571659" algn="l"/>
                <a:tab pos="2893116" algn="l"/>
                <a:tab pos="3214573" algn="l"/>
                <a:tab pos="3536031" algn="l"/>
                <a:tab pos="3857488" algn="l"/>
              </a:tabLst>
              <a:defRPr sz="2700">
                <a:solidFill>
                  <a:srgbClr val="53585F"/>
                </a:solidFill>
              </a:defRPr>
            </a:pPr>
            <a:r>
              <a:rPr sz="1898"/>
              <a:t>The content of the </a:t>
            </a:r>
            <a:r>
              <a:rPr sz="1898" b="1" err="1">
                <a:latin typeface="Courier"/>
                <a:ea typeface="Courier"/>
                <a:cs typeface="Courier"/>
                <a:sym typeface="Courier"/>
              </a:rPr>
              <a:t>textarea</a:t>
            </a:r>
            <a:r>
              <a:rPr sz="1898"/>
              <a:t> element is the default value.</a:t>
            </a:r>
          </a:p>
          <a:p>
            <a:pPr algn="l" defTabSz="321457">
              <a:spcBef>
                <a:spcPts val="1406"/>
              </a:spcBef>
              <a:tabLst>
                <a:tab pos="321457" algn="l"/>
                <a:tab pos="642915" algn="l"/>
                <a:tab pos="964372" algn="l"/>
                <a:tab pos="1285829" algn="l"/>
                <a:tab pos="1607287" algn="l"/>
                <a:tab pos="1928744" algn="l"/>
                <a:tab pos="2250201" algn="l"/>
                <a:tab pos="2571659" algn="l"/>
                <a:tab pos="2893116" algn="l"/>
                <a:tab pos="3214573" algn="l"/>
                <a:tab pos="3536031" algn="l"/>
                <a:tab pos="3857488" algn="l"/>
              </a:tabLst>
              <a:defRPr sz="2700">
                <a:solidFill>
                  <a:srgbClr val="53585F"/>
                </a:solidFill>
              </a:defRPr>
            </a:pPr>
            <a:r>
              <a:rPr lang="da-DK" sz="1898" b="1">
                <a:latin typeface="Courier"/>
                <a:ea typeface="Courier"/>
                <a:cs typeface="Courier"/>
                <a:sym typeface="Courier"/>
              </a:rPr>
              <a:t> </a:t>
            </a:r>
            <a:endParaRPr sz="1898"/>
          </a:p>
        </p:txBody>
      </p:sp>
      <p:pic>
        <p:nvPicPr>
          <p:cNvPr id="13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530" y="1343878"/>
            <a:ext cx="7481141" cy="417024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pecialized Text Entries (cont’d)"/>
          <p:cNvSpPr txBox="1">
            <a:spLocks noGrp="1"/>
          </p:cNvSpPr>
          <p:nvPr>
            <p:ph type="title"/>
          </p:nvPr>
        </p:nvSpPr>
        <p:spPr>
          <a:xfrm>
            <a:off x="2193727" y="312539"/>
            <a:ext cx="7804547" cy="803672"/>
          </a:xfrm>
          <a:prstGeom prst="rect">
            <a:avLst/>
          </a:prstGeom>
        </p:spPr>
        <p:txBody>
          <a:bodyPr>
            <a:normAutofit fontScale="90000"/>
          </a:bodyPr>
          <a:lstStyle>
            <a:defPPr marL="0" marR="0" indent="0" algn="l" defTabSz="765353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7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191338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382676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574015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765353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956691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148029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339367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530706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r>
              <a:t>Specialized Text Entries (cont’d)</a:t>
            </a:r>
          </a:p>
        </p:txBody>
      </p:sp>
      <p:pic>
        <p:nvPicPr>
          <p:cNvPr id="145" name="lwd5_0905_telephone.PNG" descr="lwd5_0905_tele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8220" y="1953384"/>
            <a:ext cx="2028865" cy="3608674"/>
          </a:xfrm>
          <a:prstGeom prst="rect">
            <a:avLst/>
          </a:prstGeom>
          <a:ln w="25400">
            <a:solidFill>
              <a:srgbClr val="F3F7F5"/>
            </a:solidFill>
            <a:miter lim="400000"/>
          </a:ln>
          <a:effectLst>
            <a:outerShdw blurRad="50800" dist="25400" dir="3600000" rotWithShape="0">
              <a:srgbClr val="000000">
                <a:alpha val="70000"/>
              </a:srgbClr>
            </a:outerShdw>
          </a:effectLst>
        </p:spPr>
      </p:pic>
      <p:pic>
        <p:nvPicPr>
          <p:cNvPr id="146" name="lwd5_0906_warning.png" descr="lwd5_0906_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7646" y="2061223"/>
            <a:ext cx="2920009" cy="2920009"/>
          </a:xfrm>
          <a:prstGeom prst="rect">
            <a:avLst/>
          </a:prstGeom>
          <a:ln w="12700">
            <a:miter lim="400000"/>
          </a:ln>
        </p:spPr>
      </p:pic>
      <p:sp>
        <p:nvSpPr>
          <p:cNvPr id="147" name="&lt;input type=&quot;tel&quot; name=&quot;&quot;&gt;"/>
          <p:cNvSpPr txBox="1"/>
          <p:nvPr/>
        </p:nvSpPr>
        <p:spPr>
          <a:xfrm>
            <a:off x="2310939" y="1451128"/>
            <a:ext cx="3263426" cy="3102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defPPr marL="0" marR="0" indent="0" algn="l" defTabSz="765353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7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191338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382676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574015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765353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956691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148029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339367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530706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algn="l" defTabSz="321457">
              <a:spcBef>
                <a:spcPts val="1687"/>
              </a:spcBef>
              <a:tabLst>
                <a:tab pos="321457" algn="l"/>
                <a:tab pos="642915" algn="l"/>
                <a:tab pos="964372" algn="l"/>
                <a:tab pos="1285829" algn="l"/>
                <a:tab pos="1607287" algn="l"/>
                <a:tab pos="1928744" algn="l"/>
                <a:tab pos="2250201" algn="l"/>
                <a:tab pos="2571659" algn="l"/>
                <a:tab pos="2893116" algn="l"/>
                <a:tab pos="3214573" algn="l"/>
                <a:tab pos="3536031" algn="l"/>
                <a:tab pos="3857488" algn="l"/>
              </a:tabLst>
              <a:defRPr sz="2200">
                <a:solidFill>
                  <a:srgbClr val="53585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1547"/>
              <a:t>&lt;input </a:t>
            </a:r>
            <a:r>
              <a:rPr sz="1547"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type="tel"</a:t>
            </a:r>
            <a:r>
              <a:rPr sz="1547"/>
              <a:t> name=""&gt; </a:t>
            </a:r>
          </a:p>
        </p:txBody>
      </p:sp>
      <p:sp>
        <p:nvSpPr>
          <p:cNvPr id="148" name="&lt;input type=&quot;email&quot; name=&quot;&quot;&gt;"/>
          <p:cNvSpPr txBox="1"/>
          <p:nvPr/>
        </p:nvSpPr>
        <p:spPr>
          <a:xfrm>
            <a:off x="6426991" y="1451128"/>
            <a:ext cx="3381318" cy="3102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defPPr marL="0" marR="0" indent="0" algn="l" defTabSz="765353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7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191338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382676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574015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765353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956691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148029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339367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530706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algn="l" defTabSz="321457">
              <a:spcBef>
                <a:spcPts val="1687"/>
              </a:spcBef>
              <a:tabLst>
                <a:tab pos="321457" algn="l"/>
                <a:tab pos="642915" algn="l"/>
                <a:tab pos="964372" algn="l"/>
                <a:tab pos="1285829" algn="l"/>
                <a:tab pos="1607287" algn="l"/>
                <a:tab pos="1928744" algn="l"/>
                <a:tab pos="2250201" algn="l"/>
                <a:tab pos="2571659" algn="l"/>
                <a:tab pos="2893116" algn="l"/>
                <a:tab pos="3214573" algn="l"/>
                <a:tab pos="3536031" algn="l"/>
                <a:tab pos="3857488" algn="l"/>
              </a:tabLst>
              <a:defRPr sz="2200">
                <a:solidFill>
                  <a:srgbClr val="53585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1547"/>
              <a:t>&lt;input </a:t>
            </a:r>
            <a:r>
              <a:rPr sz="1547"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type="email"</a:t>
            </a:r>
            <a:r>
              <a:rPr sz="1547"/>
              <a:t> name=""&gt;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FORM CONTROL ELEMENTS…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defPPr marL="0" marR="0" indent="0" algn="l" defTabSz="765353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7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191338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382676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574015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765353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956691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148029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339367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530706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>
              <a:defRPr sz="2000" b="0">
                <a:latin typeface="+mn-lt"/>
                <a:ea typeface="+mn-ea"/>
                <a:cs typeface="+mn-cs"/>
                <a:sym typeface="Helvetica Light"/>
              </a:defRPr>
            </a:pPr>
            <a:r>
              <a:t>FORM CONTROL ELEMENTS</a:t>
            </a:r>
          </a:p>
          <a:p>
            <a:pPr>
              <a:spcBef>
                <a:spcPts val="844"/>
              </a:spcBef>
            </a:pPr>
            <a:r>
              <a:t>Custom Buttons</a:t>
            </a:r>
          </a:p>
        </p:txBody>
      </p:sp>
      <p:sp>
        <p:nvSpPr>
          <p:cNvPr id="157" name="&lt;button&gt; &lt;/button&gt;…"/>
          <p:cNvSpPr txBox="1">
            <a:spLocks noGrp="1"/>
          </p:cNvSpPr>
          <p:nvPr>
            <p:ph type="body" idx="1"/>
          </p:nvPr>
        </p:nvSpPr>
        <p:spPr>
          <a:xfrm>
            <a:off x="2193726" y="2494491"/>
            <a:ext cx="7804547" cy="4420196"/>
          </a:xfrm>
          <a:prstGeom prst="rect">
            <a:avLst/>
          </a:prstGeom>
        </p:spPr>
        <p:txBody>
          <a:bodyPr>
            <a:normAutofit/>
          </a:bodyPr>
          <a:lstStyle>
            <a:defPPr marL="0" marR="0" indent="0" algn="l" defTabSz="765353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7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191338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382676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574015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765353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956691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148029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339367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530706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marL="0" indent="0" defTabSz="398428">
              <a:spcBef>
                <a:spcPts val="2812"/>
              </a:spcBef>
              <a:buSzTx/>
              <a:buNone/>
              <a:defRPr sz="2910" b="1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&lt;button&gt; &lt;/button&gt;</a:t>
            </a:r>
          </a:p>
          <a:p>
            <a:pPr marL="0" indent="0" defTabSz="398428">
              <a:spcBef>
                <a:spcPts val="773"/>
              </a:spcBef>
              <a:buSzTx/>
              <a:buNone/>
              <a:defRPr sz="2910"/>
            </a:pPr>
            <a:r>
              <a:t>The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button</a:t>
            </a:r>
            <a:r>
              <a:t> element is used for creating custom buttons with JavaScript.</a:t>
            </a:r>
          </a:p>
          <a:p>
            <a:pPr marL="0" indent="0" defTabSz="398428">
              <a:spcBef>
                <a:spcPts val="2812"/>
              </a:spcBef>
              <a:buSzTx/>
              <a:buNone/>
              <a:defRPr sz="2910" b="1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da-DK"/>
              <a:t> </a:t>
            </a:r>
            <a:endParaRPr/>
          </a:p>
        </p:txBody>
      </p:sp>
      <p:pic>
        <p:nvPicPr>
          <p:cNvPr id="2" name="Image" descr="Image">
            <a:extLst>
              <a:ext uri="{FF2B5EF4-FFF2-40B4-BE49-F238E27FC236}">
                <a16:creationId xmlns:a16="http://schemas.microsoft.com/office/drawing/2014/main" id="{4D7C11F9-41B6-B7E7-AE79-E2F6C0E86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0613" y="4704589"/>
            <a:ext cx="3414053" cy="83524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FORM CONTROL ELEMENTS…"/>
          <p:cNvSpPr txBox="1">
            <a:spLocks noGrp="1"/>
          </p:cNvSpPr>
          <p:nvPr>
            <p:ph type="title"/>
          </p:nvPr>
        </p:nvSpPr>
        <p:spPr>
          <a:xfrm>
            <a:off x="2226829" y="386410"/>
            <a:ext cx="7804548" cy="1068093"/>
          </a:xfrm>
          <a:prstGeom prst="rect">
            <a:avLst/>
          </a:prstGeom>
        </p:spPr>
        <p:txBody>
          <a:bodyPr>
            <a:normAutofit fontScale="90000"/>
          </a:bodyPr>
          <a:lstStyle>
            <a:defPPr marL="0" marR="0" indent="0" algn="l" defTabSz="765353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7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191338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382676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574015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765353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956691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148029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339367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530706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>
              <a:defRPr sz="2000" b="0">
                <a:latin typeface="+mn-lt"/>
                <a:ea typeface="+mn-ea"/>
                <a:cs typeface="+mn-cs"/>
                <a:sym typeface="Helvetica Light"/>
              </a:defRPr>
            </a:pPr>
            <a:r>
              <a:t>FORM CONTROL ELEMENTS</a:t>
            </a:r>
          </a:p>
          <a:p>
            <a:pPr>
              <a:spcBef>
                <a:spcPts val="844"/>
              </a:spcBef>
            </a:pPr>
            <a:r>
              <a:t>Radio Buttons</a:t>
            </a:r>
          </a:p>
        </p:txBody>
      </p:sp>
      <p:pic>
        <p:nvPicPr>
          <p:cNvPr id="160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6421" y="2132926"/>
            <a:ext cx="2527796" cy="1557699"/>
          </a:xfrm>
          <a:prstGeom prst="rect">
            <a:avLst/>
          </a:prstGeom>
          <a:ln w="12700">
            <a:miter lim="400000"/>
          </a:ln>
        </p:spPr>
      </p:pic>
      <p:sp>
        <p:nvSpPr>
          <p:cNvPr id="161" name="&lt;p&gt;How old are you?&lt;/p&gt;…"/>
          <p:cNvSpPr txBox="1"/>
          <p:nvPr/>
        </p:nvSpPr>
        <p:spPr>
          <a:xfrm>
            <a:off x="1434704" y="3687644"/>
            <a:ext cx="9179719" cy="1976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defPPr marL="0" marR="0" indent="0" algn="l" defTabSz="765353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7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191338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382676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574015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765353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956691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148029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339367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530706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marL="321457" marR="321457" algn="l" defTabSz="321457">
              <a:defRPr sz="2200">
                <a:solidFill>
                  <a:srgbClr val="53585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1547"/>
              <a:t>&lt;p&gt;How old are you?&lt;/p&gt;</a:t>
            </a:r>
          </a:p>
          <a:p>
            <a:pPr marL="321457" marR="321457" algn="l" defTabSz="321457">
              <a:defRPr sz="2200">
                <a:solidFill>
                  <a:srgbClr val="53585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1547"/>
              <a:t>&lt;ol&gt;</a:t>
            </a:r>
          </a:p>
          <a:p>
            <a:pPr marL="321457" marR="321457" algn="l" defTabSz="321457">
              <a:defRPr sz="2200">
                <a:solidFill>
                  <a:srgbClr val="53585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1547"/>
              <a:t> &lt;li&gt;&lt;input </a:t>
            </a:r>
            <a:r>
              <a:rPr sz="1547"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type="radio" name="age" value="under24"</a:t>
            </a:r>
            <a:r>
              <a:rPr sz="1547"/>
              <a:t> </a:t>
            </a:r>
            <a:r>
              <a:rPr sz="1547"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checked</a:t>
            </a:r>
            <a:r>
              <a:rPr sz="1547"/>
              <a:t>&gt; under 24&lt;/li&gt; </a:t>
            </a:r>
          </a:p>
          <a:p>
            <a:pPr marL="321457" marR="321457" algn="l" defTabSz="321457">
              <a:defRPr sz="2200">
                <a:solidFill>
                  <a:srgbClr val="53585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1547"/>
              <a:t> &lt;li&gt;&lt;input </a:t>
            </a:r>
            <a:r>
              <a:rPr sz="1547"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type="radio" name="age" value="25-34"</a:t>
            </a:r>
            <a:r>
              <a:rPr sz="1547"/>
              <a:t>&gt; 25 to 34&lt;/li&gt;</a:t>
            </a:r>
          </a:p>
          <a:p>
            <a:pPr marL="321457" marR="321457" algn="l" defTabSz="321457">
              <a:defRPr sz="2200">
                <a:solidFill>
                  <a:srgbClr val="53585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1547"/>
              <a:t> &lt;li&gt;&lt;input </a:t>
            </a:r>
            <a:r>
              <a:rPr sz="1547"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type="radio" name="age" value="35-44"</a:t>
            </a:r>
            <a:r>
              <a:rPr sz="1547"/>
              <a:t>&gt; 35 to 44&lt;/li&gt;</a:t>
            </a:r>
          </a:p>
          <a:p>
            <a:pPr marL="321457" marR="321457" algn="l" defTabSz="321457">
              <a:defRPr sz="2200">
                <a:solidFill>
                  <a:srgbClr val="53585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1547"/>
              <a:t> &lt;li&gt;&lt;input </a:t>
            </a:r>
            <a:r>
              <a:rPr sz="1547"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type="radio" name="age" value="over45"</a:t>
            </a:r>
            <a:r>
              <a:rPr sz="1547"/>
              <a:t>&gt; 45+&lt;/li&gt;</a:t>
            </a:r>
          </a:p>
          <a:p>
            <a:pPr marL="321457" marR="321457" algn="l" defTabSz="321457">
              <a:defRPr sz="2200">
                <a:solidFill>
                  <a:srgbClr val="53585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1547"/>
              <a:t>&lt;/ol&gt;</a:t>
            </a:r>
          </a:p>
        </p:txBody>
      </p:sp>
      <p:sp>
        <p:nvSpPr>
          <p:cNvPr id="163" name="Only one radio button may be selected at a time."/>
          <p:cNvSpPr txBox="1"/>
          <p:nvPr/>
        </p:nvSpPr>
        <p:spPr>
          <a:xfrm>
            <a:off x="2872536" y="2125317"/>
            <a:ext cx="2974058" cy="10499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defPPr marL="0" marR="0" indent="0" algn="l" defTabSz="765353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7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191338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382676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574015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765353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956691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148029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339367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530706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r>
              <a:rPr sz="2118"/>
              <a:t>Only one radio button may be selected at a time. </a:t>
            </a:r>
          </a:p>
        </p:txBody>
      </p:sp>
      <p:sp>
        <p:nvSpPr>
          <p:cNvPr id="164" name="&lt;input type=&quot;radio&quot;&gt;"/>
          <p:cNvSpPr txBox="1"/>
          <p:nvPr/>
        </p:nvSpPr>
        <p:spPr>
          <a:xfrm>
            <a:off x="4608972" y="1599894"/>
            <a:ext cx="2974057" cy="398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defPPr marL="0" marR="0" indent="0" algn="l" defTabSz="765353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7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191338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382676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574015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765353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956691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148029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339367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530706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>
              <a:defRPr b="0"/>
            </a:pPr>
            <a:r>
              <a:rPr sz="2118" b="1"/>
              <a:t>&lt;input type="radio"&gt;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FORM CONTROL ELEMENTS…"/>
          <p:cNvSpPr txBox="1">
            <a:spLocks noGrp="1"/>
          </p:cNvSpPr>
          <p:nvPr>
            <p:ph type="title"/>
          </p:nvPr>
        </p:nvSpPr>
        <p:spPr>
          <a:xfrm>
            <a:off x="2226829" y="212141"/>
            <a:ext cx="7804548" cy="1154233"/>
          </a:xfrm>
          <a:prstGeom prst="rect">
            <a:avLst/>
          </a:prstGeom>
        </p:spPr>
        <p:txBody>
          <a:bodyPr>
            <a:normAutofit fontScale="90000"/>
          </a:bodyPr>
          <a:lstStyle>
            <a:defPPr marL="0" marR="0" indent="0" algn="l" defTabSz="765353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7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191338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382676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574015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765353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956691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148029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339367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530706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>
              <a:defRPr sz="2000" b="0">
                <a:latin typeface="+mn-lt"/>
                <a:ea typeface="+mn-ea"/>
                <a:cs typeface="+mn-cs"/>
                <a:sym typeface="Helvetica Light"/>
              </a:defRPr>
            </a:pPr>
            <a:r>
              <a:t>FORM CONTROL ELEMENTS</a:t>
            </a:r>
          </a:p>
          <a:p>
            <a:pPr>
              <a:spcBef>
                <a:spcPts val="844"/>
              </a:spcBef>
            </a:pPr>
            <a:r>
              <a:t>Checkbox Buttons</a:t>
            </a:r>
          </a:p>
        </p:txBody>
      </p:sp>
      <p:pic>
        <p:nvPicPr>
          <p:cNvPr id="17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9785" y="2050595"/>
            <a:ext cx="2924636" cy="1537756"/>
          </a:xfrm>
          <a:prstGeom prst="rect">
            <a:avLst/>
          </a:prstGeom>
          <a:ln w="12700">
            <a:miter lim="400000"/>
          </a:ln>
        </p:spPr>
      </p:pic>
      <p:sp>
        <p:nvSpPr>
          <p:cNvPr id="173" name="&lt;p&gt;What type of music do you listen to?&lt;/p&gt;…"/>
          <p:cNvSpPr txBox="1"/>
          <p:nvPr/>
        </p:nvSpPr>
        <p:spPr>
          <a:xfrm>
            <a:off x="1506141" y="3610174"/>
            <a:ext cx="9082905" cy="1802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defPPr marL="0" marR="0" indent="0" algn="l" defTabSz="765353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7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191338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382676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574015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765353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956691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148029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339367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530706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marL="321457" marR="321457" algn="just" defTabSz="321457">
              <a:defRPr sz="2000">
                <a:latin typeface="Courier"/>
                <a:ea typeface="Courier"/>
                <a:cs typeface="Courier"/>
                <a:sym typeface="Courier"/>
              </a:defRPr>
            </a:pPr>
            <a:r>
              <a:rPr sz="1406"/>
              <a:t>&lt;p&gt;What type of music do you listen to?&lt;/p&gt;</a:t>
            </a:r>
          </a:p>
          <a:p>
            <a:pPr marL="321457" marR="321457" algn="l" defTabSz="321457">
              <a:defRPr sz="2000">
                <a:latin typeface="Courier"/>
                <a:ea typeface="Courier"/>
                <a:cs typeface="Courier"/>
                <a:sym typeface="Courier"/>
              </a:defRPr>
            </a:pPr>
            <a:r>
              <a:rPr sz="1406"/>
              <a:t>&lt;ul&gt;</a:t>
            </a:r>
          </a:p>
          <a:p>
            <a:pPr marL="321457" marR="321457" algn="l" defTabSz="321457">
              <a:defRPr sz="2000">
                <a:latin typeface="Courier"/>
                <a:ea typeface="Courier"/>
                <a:cs typeface="Courier"/>
                <a:sym typeface="Courier"/>
              </a:defRPr>
            </a:pPr>
            <a:r>
              <a:rPr sz="1406"/>
              <a:t>  &lt;li&gt;&lt;</a:t>
            </a:r>
            <a:r>
              <a:rPr sz="1406"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input type="checkbox" name="genre"</a:t>
            </a:r>
            <a:r>
              <a:rPr sz="1406"/>
              <a:t> value="punk" checked&gt; Punk rock&lt;/li&gt; </a:t>
            </a:r>
          </a:p>
          <a:p>
            <a:pPr marL="321457" marR="321457" algn="l" defTabSz="321457">
              <a:defRPr sz="2000">
                <a:latin typeface="Courier"/>
                <a:ea typeface="Courier"/>
                <a:cs typeface="Courier"/>
                <a:sym typeface="Courier"/>
              </a:defRPr>
            </a:pPr>
            <a:r>
              <a:rPr sz="1406"/>
              <a:t>  &lt;li&gt;&lt;</a:t>
            </a:r>
            <a:r>
              <a:rPr sz="1406"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input type="checkbox" name="genre"</a:t>
            </a:r>
            <a:r>
              <a:rPr sz="1406"/>
              <a:t> value="indie" checked&gt; Indie rock&lt;/li&gt; </a:t>
            </a:r>
          </a:p>
          <a:p>
            <a:pPr marL="321457" marR="321457" algn="l" defTabSz="321457">
              <a:defRPr sz="2000">
                <a:solidFill>
                  <a:srgbClr val="FAA757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1406">
                <a:solidFill>
                  <a:srgbClr val="000000"/>
                </a:solidFill>
              </a:rPr>
              <a:t>  &lt;li&gt;&lt;</a:t>
            </a:r>
            <a:r>
              <a:rPr sz="1406"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input type="checkbox" name="genre"</a:t>
            </a:r>
            <a:r>
              <a:rPr sz="1406">
                <a:solidFill>
                  <a:srgbClr val="000000"/>
                </a:solidFill>
              </a:rPr>
              <a:t> value="hiphop"&gt; Hip Hop&lt;/li&gt; </a:t>
            </a:r>
          </a:p>
          <a:p>
            <a:pPr marL="321457" marR="321457" algn="l" defTabSz="321457">
              <a:defRPr sz="2000">
                <a:latin typeface="Courier"/>
                <a:ea typeface="Courier"/>
                <a:cs typeface="Courier"/>
                <a:sym typeface="Courier"/>
              </a:defRPr>
            </a:pPr>
            <a:r>
              <a:rPr sz="1406"/>
              <a:t>  &lt;li&gt;&lt;</a:t>
            </a:r>
            <a:r>
              <a:rPr sz="1406"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input type="checkbox" name="genre"</a:t>
            </a:r>
            <a:r>
              <a:rPr sz="1406"/>
              <a:t> value="rockabilly"&gt; Rockabilly&lt;/li&gt;</a:t>
            </a:r>
          </a:p>
          <a:p>
            <a:pPr marL="321457" marR="321457" algn="l" defTabSz="321457">
              <a:defRPr sz="2000">
                <a:latin typeface="Courier"/>
                <a:ea typeface="Courier"/>
                <a:cs typeface="Courier"/>
                <a:sym typeface="Courier"/>
              </a:defRPr>
            </a:pPr>
            <a:r>
              <a:rPr sz="1406"/>
              <a:t>&lt;/ul&gt;</a:t>
            </a:r>
          </a:p>
        </p:txBody>
      </p:sp>
      <p:sp>
        <p:nvSpPr>
          <p:cNvPr id="174" name="Multiple checkbox buttons may be selected."/>
          <p:cNvSpPr txBox="1"/>
          <p:nvPr/>
        </p:nvSpPr>
        <p:spPr>
          <a:xfrm>
            <a:off x="2515349" y="2184094"/>
            <a:ext cx="2974058" cy="723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defPPr marL="0" marR="0" indent="0" algn="l" defTabSz="765353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7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191338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382676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574015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765353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956691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148029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339367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530706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r>
              <a:rPr sz="2118"/>
              <a:t>Multiple checkbox buttons may be selected. </a:t>
            </a:r>
          </a:p>
        </p:txBody>
      </p:sp>
      <p:sp>
        <p:nvSpPr>
          <p:cNvPr id="175" name="&lt;input type=&quot;checkbox&quot;&gt;"/>
          <p:cNvSpPr txBox="1"/>
          <p:nvPr/>
        </p:nvSpPr>
        <p:spPr>
          <a:xfrm>
            <a:off x="4425048" y="1428117"/>
            <a:ext cx="3408111" cy="398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defPPr marL="0" marR="0" indent="0" algn="l" defTabSz="765353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7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191338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382676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574015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765353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956691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148029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339367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530706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>
              <a:defRPr b="0"/>
            </a:pPr>
            <a:r>
              <a:rPr sz="2118" b="1"/>
              <a:t>&lt;input type="checkbox"&gt;</a:t>
            </a:r>
          </a:p>
        </p:txBody>
      </p:sp>
    </p:spTree>
    <p:extLst>
      <p:ext uri="{BB962C8B-B14F-4D97-AF65-F5344CB8AC3E}">
        <p14:creationId xmlns:p14="http://schemas.microsoft.com/office/powerpoint/2010/main" val="1314042553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FORM CONTROL ELEMENTS…"/>
          <p:cNvSpPr txBox="1">
            <a:spLocks noGrp="1"/>
          </p:cNvSpPr>
          <p:nvPr>
            <p:ph type="title"/>
          </p:nvPr>
        </p:nvSpPr>
        <p:spPr>
          <a:xfrm>
            <a:off x="2325056" y="312539"/>
            <a:ext cx="7804548" cy="1518047"/>
          </a:xfrm>
          <a:prstGeom prst="rect">
            <a:avLst/>
          </a:prstGeom>
        </p:spPr>
        <p:txBody>
          <a:bodyPr/>
          <a:lstStyle>
            <a:defPPr marL="0" marR="0" indent="0" algn="l" defTabSz="765353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7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191338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382676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574015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765353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956691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148029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339367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530706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>
              <a:defRPr sz="2000" b="0">
                <a:latin typeface="+mn-lt"/>
                <a:ea typeface="+mn-ea"/>
                <a:cs typeface="+mn-cs"/>
                <a:sym typeface="Helvetica Light"/>
              </a:defRPr>
            </a:pPr>
            <a:r>
              <a:t>FORM CONTROL ELEMENTS</a:t>
            </a:r>
          </a:p>
          <a:p>
            <a:pPr>
              <a:spcBef>
                <a:spcPts val="844"/>
              </a:spcBef>
            </a:pPr>
            <a:r>
              <a:t>Date and Time Controls</a:t>
            </a:r>
          </a:p>
        </p:txBody>
      </p:sp>
      <p:sp>
        <p:nvSpPr>
          <p:cNvPr id="213" name="&lt;input type=&quot;date&quot;&gt;…"/>
          <p:cNvSpPr txBox="1"/>
          <p:nvPr/>
        </p:nvSpPr>
        <p:spPr>
          <a:xfrm>
            <a:off x="1484887" y="2072160"/>
            <a:ext cx="4276218" cy="1737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defPPr marL="0" marR="0" indent="0" algn="l" defTabSz="765353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7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191338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382676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574015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765353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956691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148029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339367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530706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algn="l" defTabSz="321457">
              <a:spcBef>
                <a:spcPts val="422"/>
              </a:spcBef>
              <a:tabLst>
                <a:tab pos="321457" algn="l"/>
                <a:tab pos="642915" algn="l"/>
                <a:tab pos="964372" algn="l"/>
                <a:tab pos="1285829" algn="l"/>
                <a:tab pos="1607287" algn="l"/>
                <a:tab pos="1928744" algn="l"/>
                <a:tab pos="2250201" algn="l"/>
                <a:tab pos="2571659" algn="l"/>
                <a:tab pos="2893116" algn="l"/>
                <a:tab pos="3214573" algn="l"/>
                <a:tab pos="3536031" algn="l"/>
                <a:tab pos="3857488" algn="l"/>
              </a:tabLst>
              <a:defRPr sz="2700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1898" b="1"/>
              <a:t>&lt;input type="date"&gt;</a:t>
            </a:r>
          </a:p>
          <a:p>
            <a:pPr algn="l" defTabSz="321457">
              <a:spcBef>
                <a:spcPts val="422"/>
              </a:spcBef>
              <a:tabLst>
                <a:tab pos="321457" algn="l"/>
                <a:tab pos="642915" algn="l"/>
                <a:tab pos="964372" algn="l"/>
                <a:tab pos="1285829" algn="l"/>
                <a:tab pos="1607287" algn="l"/>
                <a:tab pos="1928744" algn="l"/>
                <a:tab pos="2250201" algn="l"/>
                <a:tab pos="2571659" algn="l"/>
                <a:tab pos="2893116" algn="l"/>
                <a:tab pos="3214573" algn="l"/>
                <a:tab pos="3536031" algn="l"/>
                <a:tab pos="3857488" algn="l"/>
              </a:tabLst>
              <a:defRPr sz="2700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1898" b="1"/>
              <a:t>&lt;input type="time"&gt;</a:t>
            </a:r>
          </a:p>
          <a:p>
            <a:pPr algn="l" defTabSz="321457">
              <a:spcBef>
                <a:spcPts val="422"/>
              </a:spcBef>
              <a:tabLst>
                <a:tab pos="321457" algn="l"/>
                <a:tab pos="642915" algn="l"/>
                <a:tab pos="964372" algn="l"/>
                <a:tab pos="1285829" algn="l"/>
                <a:tab pos="1607287" algn="l"/>
                <a:tab pos="1928744" algn="l"/>
                <a:tab pos="2250201" algn="l"/>
                <a:tab pos="2571659" algn="l"/>
                <a:tab pos="2893116" algn="l"/>
                <a:tab pos="3214573" algn="l"/>
                <a:tab pos="3536031" algn="l"/>
                <a:tab pos="3857488" algn="l"/>
              </a:tabLst>
              <a:defRPr sz="2700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1898" b="1"/>
              <a:t>&lt;input type="datetime-local"&gt;</a:t>
            </a:r>
          </a:p>
          <a:p>
            <a:pPr algn="l" defTabSz="321457">
              <a:spcBef>
                <a:spcPts val="422"/>
              </a:spcBef>
              <a:tabLst>
                <a:tab pos="321457" algn="l"/>
                <a:tab pos="642915" algn="l"/>
                <a:tab pos="964372" algn="l"/>
                <a:tab pos="1285829" algn="l"/>
                <a:tab pos="1607287" algn="l"/>
                <a:tab pos="1928744" algn="l"/>
                <a:tab pos="2250201" algn="l"/>
                <a:tab pos="2571659" algn="l"/>
                <a:tab pos="2893116" algn="l"/>
                <a:tab pos="3214573" algn="l"/>
                <a:tab pos="3536031" algn="l"/>
                <a:tab pos="3857488" algn="l"/>
              </a:tabLst>
              <a:defRPr sz="2700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1898" b="1"/>
              <a:t>&lt;input type="month"&gt;</a:t>
            </a:r>
          </a:p>
          <a:p>
            <a:pPr algn="l" defTabSz="321457">
              <a:spcBef>
                <a:spcPts val="422"/>
              </a:spcBef>
              <a:tabLst>
                <a:tab pos="321457" algn="l"/>
                <a:tab pos="642915" algn="l"/>
                <a:tab pos="964372" algn="l"/>
                <a:tab pos="1285829" algn="l"/>
                <a:tab pos="1607287" algn="l"/>
                <a:tab pos="1928744" algn="l"/>
                <a:tab pos="2250201" algn="l"/>
                <a:tab pos="2571659" algn="l"/>
                <a:tab pos="2893116" algn="l"/>
                <a:tab pos="3214573" algn="l"/>
                <a:tab pos="3536031" algn="l"/>
                <a:tab pos="3857488" algn="l"/>
              </a:tabLst>
              <a:defRPr sz="2700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1898" b="1"/>
              <a:t>&lt;input type="week"&gt;</a:t>
            </a:r>
          </a:p>
        </p:txBody>
      </p:sp>
      <p:pic>
        <p:nvPicPr>
          <p:cNvPr id="2" name="lwd5_0916_datetime.png" descr="lwd5_0916_datetime.png">
            <a:extLst>
              <a:ext uri="{FF2B5EF4-FFF2-40B4-BE49-F238E27FC236}">
                <a16:creationId xmlns:a16="http://schemas.microsoft.com/office/drawing/2014/main" id="{E4C5C7C4-ABFF-4702-7A5B-2154768E5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2046" y="1852173"/>
            <a:ext cx="4563070" cy="535781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656972872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FORM CONTROL ELEMENTS…"/>
          <p:cNvSpPr txBox="1">
            <a:spLocks noGrp="1"/>
          </p:cNvSpPr>
          <p:nvPr>
            <p:ph type="title"/>
          </p:nvPr>
        </p:nvSpPr>
        <p:spPr>
          <a:xfrm>
            <a:off x="2325056" y="312539"/>
            <a:ext cx="7804548" cy="1518047"/>
          </a:xfrm>
          <a:prstGeom prst="rect">
            <a:avLst/>
          </a:prstGeom>
        </p:spPr>
        <p:txBody>
          <a:bodyPr/>
          <a:lstStyle>
            <a:defPPr marL="0" marR="0" indent="0" algn="l" defTabSz="765353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7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191338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382676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574015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765353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956691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148029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339367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530706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>
              <a:defRPr sz="2000" b="0">
                <a:latin typeface="+mn-lt"/>
                <a:ea typeface="+mn-ea"/>
                <a:cs typeface="+mn-cs"/>
                <a:sym typeface="Helvetica Light"/>
              </a:defRPr>
            </a:pPr>
            <a:r>
              <a:t>FORM CONTROL ELEMENTS</a:t>
            </a:r>
          </a:p>
          <a:p>
            <a:pPr>
              <a:spcBef>
                <a:spcPts val="844"/>
              </a:spcBef>
            </a:pPr>
            <a:r>
              <a:t>Numerical Controls</a:t>
            </a:r>
          </a:p>
        </p:txBody>
      </p:sp>
      <p:pic>
        <p:nvPicPr>
          <p:cNvPr id="221" name="lwd5_0917_numberrange.png" descr="lwd5_0917_number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9251" y="3031768"/>
            <a:ext cx="4379685" cy="2540218"/>
          </a:xfrm>
          <a:prstGeom prst="rect">
            <a:avLst/>
          </a:prstGeom>
          <a:ln w="12700">
            <a:miter lim="400000"/>
          </a:ln>
        </p:spPr>
      </p:pic>
      <p:sp>
        <p:nvSpPr>
          <p:cNvPr id="222" name="&lt;input type=&quot;number&quot;&gt;…"/>
          <p:cNvSpPr txBox="1"/>
          <p:nvPr/>
        </p:nvSpPr>
        <p:spPr>
          <a:xfrm>
            <a:off x="4595616" y="1783482"/>
            <a:ext cx="3118743" cy="707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defPPr marL="0" marR="0" indent="0" algn="l" defTabSz="765353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7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191338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382676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574015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765353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956691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148029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339367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530706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algn="l" defTabSz="321457">
              <a:spcBef>
                <a:spcPts val="422"/>
              </a:spcBef>
              <a:tabLst>
                <a:tab pos="321457" algn="l"/>
                <a:tab pos="642915" algn="l"/>
                <a:tab pos="964372" algn="l"/>
                <a:tab pos="1285829" algn="l"/>
                <a:tab pos="1607287" algn="l"/>
                <a:tab pos="1928744" algn="l"/>
                <a:tab pos="2250201" algn="l"/>
                <a:tab pos="2571659" algn="l"/>
                <a:tab pos="2893116" algn="l"/>
                <a:tab pos="3214573" algn="l"/>
                <a:tab pos="3536031" algn="l"/>
                <a:tab pos="3857488" algn="l"/>
              </a:tabLst>
              <a:defRPr sz="2700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1898" b="1"/>
              <a:t>&lt;input type="number"&gt;</a:t>
            </a:r>
          </a:p>
          <a:p>
            <a:pPr algn="l" defTabSz="321457">
              <a:spcBef>
                <a:spcPts val="422"/>
              </a:spcBef>
              <a:tabLst>
                <a:tab pos="321457" algn="l"/>
                <a:tab pos="642915" algn="l"/>
                <a:tab pos="964372" algn="l"/>
                <a:tab pos="1285829" algn="l"/>
                <a:tab pos="1607287" algn="l"/>
                <a:tab pos="1928744" algn="l"/>
                <a:tab pos="2250201" algn="l"/>
                <a:tab pos="2571659" algn="l"/>
                <a:tab pos="2893116" algn="l"/>
                <a:tab pos="3214573" algn="l"/>
                <a:tab pos="3536031" algn="l"/>
                <a:tab pos="3857488" algn="l"/>
              </a:tabLst>
              <a:defRPr sz="2700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1898" b="1"/>
              <a:t>&lt;input type="range"&gt;</a:t>
            </a:r>
          </a:p>
        </p:txBody>
      </p:sp>
      <p:sp>
        <p:nvSpPr>
          <p:cNvPr id="223" name="Number and range controls collect numerical data. Browsers may render counter or slider widgets.…"/>
          <p:cNvSpPr txBox="1"/>
          <p:nvPr/>
        </p:nvSpPr>
        <p:spPr>
          <a:xfrm>
            <a:off x="1953812" y="3036343"/>
            <a:ext cx="3405278" cy="2334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defPPr marL="0" marR="0" indent="0" algn="l" defTabSz="765353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7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191338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382676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574015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765353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956691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148029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339367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530706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algn="l">
              <a:defRPr sz="2700">
                <a:solidFill>
                  <a:srgbClr val="53585F"/>
                </a:solidFill>
              </a:defRPr>
            </a:pPr>
            <a:r>
              <a:rPr sz="1898"/>
              <a:t>Number and range controls collect numerical data. Browsers may render counter or slider widgets.</a:t>
            </a:r>
          </a:p>
          <a:p>
            <a:pPr algn="l">
              <a:spcBef>
                <a:spcPts val="1687"/>
              </a:spcBef>
              <a:defRPr sz="2700">
                <a:solidFill>
                  <a:srgbClr val="53585F"/>
                </a:solidFill>
              </a:defRPr>
            </a:pPr>
            <a:r>
              <a:rPr sz="1898"/>
              <a:t>Both types accept </a:t>
            </a:r>
            <a:r>
              <a:rPr sz="1898" b="1">
                <a:latin typeface="Courier"/>
                <a:ea typeface="Courier"/>
                <a:cs typeface="Courier"/>
                <a:sym typeface="Courier"/>
              </a:rPr>
              <a:t>min</a:t>
            </a:r>
            <a:r>
              <a:rPr sz="1898"/>
              <a:t> and </a:t>
            </a:r>
            <a:r>
              <a:rPr sz="1898" b="1">
                <a:latin typeface="Courier"/>
                <a:ea typeface="Courier"/>
                <a:cs typeface="Courier"/>
                <a:sym typeface="Courier"/>
              </a:rPr>
              <a:t>max</a:t>
            </a:r>
            <a:r>
              <a:rPr sz="1898"/>
              <a:t> attributes for setting limits  on the allowed values.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FORM ACCESSIBILITY…"/>
          <p:cNvSpPr txBox="1">
            <a:spLocks noGrp="1"/>
          </p:cNvSpPr>
          <p:nvPr>
            <p:ph type="title" idx="4294967295"/>
          </p:nvPr>
        </p:nvSpPr>
        <p:spPr>
          <a:prstGeom prst="rect">
            <a:avLst/>
          </a:prstGeom>
        </p:spPr>
        <p:txBody>
          <a:bodyPr/>
          <a:lstStyle>
            <a:defPPr marL="0" marR="0" indent="0" algn="l" defTabSz="765353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7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191338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382676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574015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765353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956691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148029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339367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530706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>
              <a:defRPr sz="2000" b="0">
                <a:latin typeface="+mn-lt"/>
                <a:ea typeface="+mn-ea"/>
                <a:cs typeface="+mn-cs"/>
                <a:sym typeface="Helvetica Light"/>
              </a:defRPr>
            </a:pPr>
            <a:r>
              <a:rPr lang="da-DK" sz="3000"/>
              <a:t>Labels</a:t>
            </a:r>
          </a:p>
        </p:txBody>
      </p:sp>
      <p:sp>
        <p:nvSpPr>
          <p:cNvPr id="234" name="The label element associates a descriptive label with a form field.…"/>
          <p:cNvSpPr txBox="1">
            <a:spLocks noGrp="1"/>
          </p:cNvSpPr>
          <p:nvPr>
            <p:ph type="body" idx="4294967295"/>
          </p:nvPr>
        </p:nvSpPr>
        <p:spPr>
          <a:xfrm>
            <a:off x="2226829" y="2182750"/>
            <a:ext cx="7804548" cy="4041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 marL="0" marR="0" indent="0" algn="l" defTabSz="765353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7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191338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382676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574015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765353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956691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148029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339367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530706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marL="0" indent="0" defTabSz="369675">
              <a:spcBef>
                <a:spcPts val="2601"/>
              </a:spcBef>
              <a:buSzTx/>
              <a:buNone/>
              <a:defRPr sz="2700"/>
            </a:pPr>
            <a:r>
              <a:t>The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label</a:t>
            </a:r>
            <a:r>
              <a:t> element associates a descriptive label with a form field.</a:t>
            </a:r>
          </a:p>
          <a:p>
            <a:pPr marL="0" indent="0" defTabSz="369675">
              <a:spcBef>
                <a:spcPts val="2601"/>
              </a:spcBef>
              <a:buSzTx/>
              <a:buNone/>
              <a:defRPr sz="2700" b="1">
                <a:latin typeface="+mj-lt"/>
                <a:ea typeface="+mj-ea"/>
                <a:cs typeface="+mj-cs"/>
                <a:sym typeface="Helvetica"/>
              </a:defRPr>
            </a:pPr>
            <a:r>
              <a:rPr lang="da-DK"/>
              <a:t> </a:t>
            </a:r>
            <a:endParaRPr/>
          </a:p>
          <a:p>
            <a:pPr marL="0" indent="0" defTabSz="369675">
              <a:spcBef>
                <a:spcPts val="0"/>
              </a:spcBef>
              <a:buSzTx/>
              <a:buNone/>
              <a:defRPr sz="2700"/>
            </a:pPr>
            <a:r>
              <a:rPr lang="da-DK"/>
              <a:t> </a:t>
            </a:r>
            <a:endParaRPr/>
          </a:p>
          <a:p>
            <a:r>
              <a:rPr lang="en-DK"/>
              <a:t>&lt;label for="</a:t>
            </a:r>
            <a:r>
              <a:rPr lang="en-DK">
                <a:solidFill>
                  <a:schemeClr val="accent3"/>
                </a:solidFill>
              </a:rPr>
              <a:t>name</a:t>
            </a:r>
            <a:r>
              <a:rPr lang="en-DK"/>
              <a:t>"&gt;Name:&lt;/label&gt;</a:t>
            </a:r>
          </a:p>
          <a:p>
            <a:r>
              <a:rPr lang="en-DK"/>
              <a:t>&lt;input type="text" id="</a:t>
            </a:r>
            <a:r>
              <a:rPr lang="en-DK">
                <a:solidFill>
                  <a:schemeClr val="accent3"/>
                </a:solidFill>
              </a:rPr>
              <a:t>name</a:t>
            </a:r>
            <a:r>
              <a:rPr lang="en-DK"/>
              <a:t>" name="name"&gt;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Fieldsets and Legends (cont’d)"/>
          <p:cNvSpPr txBox="1">
            <a:spLocks noGrp="1"/>
          </p:cNvSpPr>
          <p:nvPr>
            <p:ph type="title"/>
          </p:nvPr>
        </p:nvSpPr>
        <p:spPr>
          <a:xfrm>
            <a:off x="2193727" y="312539"/>
            <a:ext cx="7804547" cy="778592"/>
          </a:xfrm>
          <a:prstGeom prst="rect">
            <a:avLst/>
          </a:prstGeom>
        </p:spPr>
        <p:txBody>
          <a:bodyPr>
            <a:normAutofit fontScale="90000"/>
          </a:bodyPr>
          <a:lstStyle>
            <a:defPPr marL="0" marR="0" indent="0" algn="l" defTabSz="765353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7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191338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382676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574015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765353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956691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148029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339367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530706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r>
              <a:rPr err="1"/>
              <a:t>Fieldsets</a:t>
            </a:r>
            <a:r>
              <a:t> and Legends (cont’d)</a:t>
            </a:r>
          </a:p>
        </p:txBody>
      </p:sp>
      <p:sp>
        <p:nvSpPr>
          <p:cNvPr id="242" name="&lt;fieldset&gt;…"/>
          <p:cNvSpPr txBox="1"/>
          <p:nvPr/>
        </p:nvSpPr>
        <p:spPr>
          <a:xfrm>
            <a:off x="1787099" y="3741539"/>
            <a:ext cx="8332690" cy="2000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defPPr marL="0" marR="0" indent="0" algn="l" defTabSz="765353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7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191338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382676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574015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765353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956691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148029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339367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530706" algn="ctr" defTabSz="4889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marL="321457" marR="321457" algn="just" defTabSz="321457">
              <a:defRPr sz="2000"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1406"/>
              <a:t>&lt;fieldset&gt;</a:t>
            </a:r>
          </a:p>
          <a:p>
            <a:pPr marL="321457" marR="321457" algn="just" defTabSz="321457">
              <a:defRPr sz="2000">
                <a:latin typeface="Courier"/>
                <a:ea typeface="Courier"/>
                <a:cs typeface="Courier"/>
                <a:sym typeface="Courier"/>
              </a:defRPr>
            </a:pPr>
            <a:r>
              <a:rPr sz="1406"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  &lt;legend&gt;</a:t>
            </a:r>
            <a:r>
              <a:rPr sz="1406"/>
              <a:t>Customer Information</a:t>
            </a:r>
            <a:r>
              <a:rPr sz="1406"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&lt;/legend&gt;</a:t>
            </a:r>
          </a:p>
          <a:p>
            <a:pPr marL="321457" marR="321457" algn="just" defTabSz="321457">
              <a:defRPr sz="2000">
                <a:latin typeface="Courier"/>
                <a:ea typeface="Courier"/>
                <a:cs typeface="Courier"/>
                <a:sym typeface="Courier"/>
              </a:defRPr>
            </a:pPr>
            <a:r>
              <a:rPr sz="1406"/>
              <a:t>  &lt;ul&gt;</a:t>
            </a:r>
          </a:p>
          <a:p>
            <a:pPr marL="321457" marR="321457" algn="just" defTabSz="321457">
              <a:defRPr sz="2000">
                <a:latin typeface="Courier"/>
                <a:ea typeface="Courier"/>
                <a:cs typeface="Courier"/>
                <a:sym typeface="Courier"/>
              </a:defRPr>
            </a:pPr>
            <a:r>
              <a:rPr sz="1406"/>
              <a:t>    &lt;li&gt;&lt;label&gt;Full name: &lt;input type="text" name="fullname"&gt;&lt;/label&gt;&lt;/li&gt;</a:t>
            </a:r>
          </a:p>
          <a:p>
            <a:pPr marL="321457" marR="321457" algn="just" defTabSz="321457">
              <a:defRPr sz="2000">
                <a:latin typeface="Courier"/>
                <a:ea typeface="Courier"/>
                <a:cs typeface="Courier"/>
                <a:sym typeface="Courier"/>
              </a:defRPr>
            </a:pPr>
            <a:r>
              <a:rPr sz="1406"/>
              <a:t>    &lt;li&gt;&lt;label&gt;Email: &lt;input type="text" name="email"&gt;&lt;/label&gt;&lt;/li&gt;</a:t>
            </a:r>
          </a:p>
          <a:p>
            <a:pPr marL="321457" marR="321457" algn="just" defTabSz="321457">
              <a:defRPr sz="2000">
                <a:latin typeface="Courier"/>
                <a:ea typeface="Courier"/>
                <a:cs typeface="Courier"/>
                <a:sym typeface="Courier"/>
              </a:defRPr>
            </a:pPr>
            <a:r>
              <a:rPr sz="1406"/>
              <a:t>    &lt;li&gt;&lt;label&gt;State: &lt;input type="text" name="state"&gt;&lt;/label&gt;&lt;/li&gt;</a:t>
            </a:r>
          </a:p>
          <a:p>
            <a:pPr marL="321457" marR="321457" algn="just" defTabSz="321457">
              <a:defRPr sz="2000">
                <a:latin typeface="Courier"/>
                <a:ea typeface="Courier"/>
                <a:cs typeface="Courier"/>
                <a:sym typeface="Courier"/>
              </a:defRPr>
            </a:pPr>
            <a:r>
              <a:rPr sz="1406"/>
              <a:t>  &lt;/ul&gt;</a:t>
            </a:r>
          </a:p>
          <a:p>
            <a:pPr marL="321457" marR="321457" algn="just" defTabSz="321457">
              <a:defRPr sz="2000"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1406"/>
              <a:t>&lt;/fieldset&gt; </a:t>
            </a:r>
          </a:p>
        </p:txBody>
      </p:sp>
      <p:pic>
        <p:nvPicPr>
          <p:cNvPr id="243" name="lwd5_0919_fieldset.png" descr="lwd5_0919_field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825" y="1494493"/>
            <a:ext cx="4864591" cy="181618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1381E-143D-70B1-62ED-C95EA5394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/>
              <a:t>Gruppe exercise</a:t>
            </a:r>
          </a:p>
        </p:txBody>
      </p:sp>
      <p:sp>
        <p:nvSpPr>
          <p:cNvPr id="5" name="Pladsholder til indhold 4">
            <a:extLst>
              <a:ext uri="{FF2B5EF4-FFF2-40B4-BE49-F238E27FC236}">
                <a16:creationId xmlns:a16="http://schemas.microsoft.com/office/drawing/2014/main" id="{305487E2-A4C1-A6E8-B1F3-5D7B1F5D4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877805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81846" y="772245"/>
            <a:ext cx="1112840" cy="5301983"/>
          </a:xfrm>
          <a:custGeom>
            <a:avLst/>
            <a:gdLst/>
            <a:ahLst/>
            <a:cxnLst/>
            <a:rect l="l" t="t" r="r" b="b"/>
            <a:pathLst>
              <a:path w="1226185" h="5842000">
                <a:moveTo>
                  <a:pt x="0" y="5841999"/>
                </a:moveTo>
                <a:lnTo>
                  <a:pt x="1225854" y="5841999"/>
                </a:lnTo>
                <a:lnTo>
                  <a:pt x="1225854" y="0"/>
                </a:lnTo>
                <a:lnTo>
                  <a:pt x="0" y="0"/>
                </a:lnTo>
                <a:lnTo>
                  <a:pt x="0" y="5841999"/>
                </a:lnTo>
                <a:close/>
              </a:path>
            </a:pathLst>
          </a:custGeom>
          <a:solidFill>
            <a:srgbClr val="E8E3CE"/>
          </a:solid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3" name="object 3"/>
          <p:cNvSpPr/>
          <p:nvPr/>
        </p:nvSpPr>
        <p:spPr>
          <a:xfrm>
            <a:off x="6093241" y="772245"/>
            <a:ext cx="4717036" cy="5301983"/>
          </a:xfrm>
          <a:custGeom>
            <a:avLst/>
            <a:gdLst/>
            <a:ahLst/>
            <a:cxnLst/>
            <a:rect l="l" t="t" r="r" b="b"/>
            <a:pathLst>
              <a:path w="5197475" h="5842000">
                <a:moveTo>
                  <a:pt x="0" y="5841999"/>
                </a:moveTo>
                <a:lnTo>
                  <a:pt x="5197340" y="5841999"/>
                </a:lnTo>
                <a:lnTo>
                  <a:pt x="5197340" y="0"/>
                </a:lnTo>
                <a:lnTo>
                  <a:pt x="0" y="0"/>
                </a:lnTo>
                <a:lnTo>
                  <a:pt x="0" y="5841999"/>
                </a:lnTo>
                <a:close/>
              </a:path>
            </a:pathLst>
          </a:custGeom>
          <a:solidFill>
            <a:srgbClr val="E8E3CE"/>
          </a:solidFill>
        </p:spPr>
        <p:txBody>
          <a:bodyPr wrap="square" lIns="0" tIns="0" rIns="0" bIns="0" rtlCol="0"/>
          <a:lstStyle/>
          <a:p>
            <a:endParaRPr sz="1634"/>
          </a:p>
        </p:txBody>
      </p:sp>
      <p:grpSp>
        <p:nvGrpSpPr>
          <p:cNvPr id="4" name="object 4"/>
          <p:cNvGrpSpPr/>
          <p:nvPr/>
        </p:nvGrpSpPr>
        <p:grpSpPr>
          <a:xfrm>
            <a:off x="1381846" y="772245"/>
            <a:ext cx="4711849" cy="5301983"/>
            <a:chOff x="152400" y="850900"/>
            <a:chExt cx="5191760" cy="5842000"/>
          </a:xfrm>
        </p:grpSpPr>
        <p:sp>
          <p:nvSpPr>
            <p:cNvPr id="5" name="object 5"/>
            <p:cNvSpPr/>
            <p:nvPr/>
          </p:nvSpPr>
          <p:spPr>
            <a:xfrm>
              <a:off x="152400" y="850900"/>
              <a:ext cx="1226185" cy="5842000"/>
            </a:xfrm>
            <a:custGeom>
              <a:avLst/>
              <a:gdLst/>
              <a:ahLst/>
              <a:cxnLst/>
              <a:rect l="l" t="t" r="r" b="b"/>
              <a:pathLst>
                <a:path w="1226185" h="5842000">
                  <a:moveTo>
                    <a:pt x="1225854" y="0"/>
                  </a:moveTo>
                  <a:lnTo>
                    <a:pt x="0" y="0"/>
                  </a:lnTo>
                  <a:lnTo>
                    <a:pt x="0" y="5841999"/>
                  </a:lnTo>
                  <a:lnTo>
                    <a:pt x="1225854" y="5841999"/>
                  </a:lnTo>
                  <a:lnTo>
                    <a:pt x="1225854" y="0"/>
                  </a:lnTo>
                  <a:close/>
                </a:path>
              </a:pathLst>
            </a:custGeom>
            <a:solidFill>
              <a:srgbClr val="9BAFB5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 sz="1634"/>
            </a:p>
          </p:txBody>
        </p:sp>
        <p:sp>
          <p:nvSpPr>
            <p:cNvPr id="6" name="object 6"/>
            <p:cNvSpPr/>
            <p:nvPr/>
          </p:nvSpPr>
          <p:spPr>
            <a:xfrm>
              <a:off x="1378254" y="850900"/>
              <a:ext cx="3965575" cy="5842000"/>
            </a:xfrm>
            <a:custGeom>
              <a:avLst/>
              <a:gdLst/>
              <a:ahLst/>
              <a:cxnLst/>
              <a:rect l="l" t="t" r="r" b="b"/>
              <a:pathLst>
                <a:path w="3965575" h="5842000">
                  <a:moveTo>
                    <a:pt x="3965404" y="0"/>
                  </a:moveTo>
                  <a:lnTo>
                    <a:pt x="0" y="0"/>
                  </a:lnTo>
                  <a:lnTo>
                    <a:pt x="0" y="5841999"/>
                  </a:lnTo>
                  <a:lnTo>
                    <a:pt x="3965404" y="5841999"/>
                  </a:lnTo>
                  <a:lnTo>
                    <a:pt x="3965404" y="0"/>
                  </a:lnTo>
                  <a:close/>
                </a:path>
              </a:pathLst>
            </a:custGeom>
            <a:solidFill>
              <a:srgbClr val="4A5356"/>
            </a:solidFill>
          </p:spPr>
          <p:txBody>
            <a:bodyPr wrap="square" lIns="0" tIns="0" rIns="0" bIns="0" rtlCol="0"/>
            <a:lstStyle/>
            <a:p>
              <a:endParaRPr sz="1634"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309012" y="2788029"/>
            <a:ext cx="3966064" cy="1280892"/>
          </a:xfrm>
          <a:prstGeom prst="rect">
            <a:avLst/>
          </a:prstGeom>
        </p:spPr>
        <p:txBody>
          <a:bodyPr vert="horz" wrap="square" lIns="0" tIns="10950" rIns="0" bIns="0" rtlCol="0" anchor="ctr">
            <a:spAutoFit/>
          </a:bodyPr>
          <a:lstStyle/>
          <a:p>
            <a:pPr marL="11527">
              <a:lnSpc>
                <a:spcPct val="100000"/>
              </a:lnSpc>
              <a:spcBef>
                <a:spcPts val="86"/>
              </a:spcBef>
            </a:pPr>
            <a:r>
              <a:rPr lang="en-GB" sz="4084" spc="-9">
                <a:latin typeface="Arial"/>
                <a:cs typeface="Arial"/>
              </a:rPr>
              <a:t>HTML5</a:t>
            </a:r>
            <a:endParaRPr lang="en-GB" sz="4084">
              <a:latin typeface="Arial"/>
              <a:cs typeface="Arial"/>
            </a:endParaRPr>
          </a:p>
          <a:p>
            <a:pPr marL="11430">
              <a:lnSpc>
                <a:spcPct val="100000"/>
              </a:lnSpc>
              <a:spcBef>
                <a:spcPts val="91"/>
              </a:spcBef>
            </a:pPr>
            <a:r>
              <a:rPr lang="en-GB" sz="4084" spc="-281">
                <a:latin typeface="Arial"/>
                <a:cs typeface="Arial"/>
              </a:rPr>
              <a:t>Semantic</a:t>
            </a:r>
            <a:endParaRPr lang="en-GB" sz="4084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6AC09-875E-2118-D4B0-A9370F10B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DD11B-BA4E-FB87-8790-224896BD31E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14324A-4032-649E-32EC-D695913463CB}"/>
              </a:ext>
            </a:extLst>
          </p:cNvPr>
          <p:cNvSpPr>
            <a:spLocks noGrp="1"/>
          </p:cNvSpPr>
          <p:nvPr>
            <p:ph sz="half" idx="3"/>
          </p:nvPr>
        </p:nvSpPr>
        <p:spPr/>
        <p:txBody>
          <a:bodyPr/>
          <a:lstStyle/>
          <a:p>
            <a:endParaRPr lang="en-DK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1EC2CF0-9912-8D7B-2493-97F7FB21A1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9873" y="749194"/>
            <a:ext cx="7192255" cy="5359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29908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68429" y="865869"/>
            <a:ext cx="7015215" cy="1098137"/>
          </a:xfrm>
          <a:prstGeom prst="rect">
            <a:avLst/>
          </a:prstGeom>
        </p:spPr>
        <p:txBody>
          <a:bodyPr vert="horz" wrap="square" lIns="0" tIns="24781" rIns="0" bIns="0" rtlCol="0" anchor="ctr">
            <a:spAutoFit/>
          </a:bodyPr>
          <a:lstStyle/>
          <a:p>
            <a:pPr marL="11527" marR="4611">
              <a:lnSpc>
                <a:spcPts val="4447"/>
              </a:lnSpc>
              <a:spcBef>
                <a:spcPts val="195"/>
              </a:spcBef>
            </a:pPr>
            <a:r>
              <a:rPr spc="113"/>
              <a:t>HTML5</a:t>
            </a:r>
            <a:r>
              <a:rPr spc="322"/>
              <a:t> </a:t>
            </a:r>
            <a:r>
              <a:rPr spc="113"/>
              <a:t>Semantic</a:t>
            </a:r>
            <a:r>
              <a:rPr spc="322"/>
              <a:t> </a:t>
            </a:r>
            <a:r>
              <a:rPr spc="118"/>
              <a:t>Structure </a:t>
            </a:r>
            <a:r>
              <a:rPr spc="113"/>
              <a:t>Elements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96797" y="2435623"/>
            <a:ext cx="3384802" cy="3916982"/>
          </a:xfrm>
          <a:prstGeom prst="rect">
            <a:avLst/>
          </a:prstGeom>
        </p:spPr>
        <p:txBody>
          <a:bodyPr vert="horz" wrap="square" lIns="0" tIns="160788" rIns="0" bIns="0" rtlCol="0">
            <a:spAutoFit/>
          </a:bodyPr>
          <a:lstStyle/>
          <a:p>
            <a:pPr marL="364814" indent="-353288">
              <a:spcBef>
                <a:spcPts val="1266"/>
              </a:spcBef>
              <a:buChar char="•"/>
              <a:tabLst>
                <a:tab pos="364814" algn="l"/>
              </a:tabLst>
            </a:pPr>
            <a:r>
              <a:rPr sz="1815" spc="-9">
                <a:latin typeface="Arial"/>
                <a:cs typeface="Arial"/>
              </a:rPr>
              <a:t>Header</a:t>
            </a:r>
            <a:endParaRPr sz="1815">
              <a:latin typeface="Arial"/>
              <a:cs typeface="Arial"/>
            </a:endParaRPr>
          </a:p>
          <a:p>
            <a:pPr marL="364814" indent="-353288">
              <a:spcBef>
                <a:spcPts val="1175"/>
              </a:spcBef>
              <a:buChar char="•"/>
              <a:tabLst>
                <a:tab pos="364814" algn="l"/>
              </a:tabLst>
            </a:pPr>
            <a:r>
              <a:rPr sz="1815" spc="-23">
                <a:latin typeface="Arial"/>
                <a:cs typeface="Arial"/>
              </a:rPr>
              <a:t>Nav</a:t>
            </a:r>
            <a:endParaRPr sz="1815">
              <a:latin typeface="Arial"/>
              <a:cs typeface="Arial"/>
            </a:endParaRPr>
          </a:p>
          <a:p>
            <a:pPr marL="364814" indent="-353288">
              <a:spcBef>
                <a:spcPts val="1089"/>
              </a:spcBef>
              <a:buChar char="•"/>
              <a:tabLst>
                <a:tab pos="364814" algn="l"/>
              </a:tabLst>
            </a:pPr>
            <a:r>
              <a:rPr sz="1815" spc="-18">
                <a:latin typeface="Arial"/>
                <a:cs typeface="Arial"/>
              </a:rPr>
              <a:t>Main</a:t>
            </a:r>
            <a:endParaRPr sz="1815">
              <a:latin typeface="Arial"/>
              <a:cs typeface="Arial"/>
            </a:endParaRPr>
          </a:p>
          <a:p>
            <a:pPr marL="364814" indent="-353288">
              <a:spcBef>
                <a:spcPts val="1175"/>
              </a:spcBef>
              <a:buChar char="•"/>
              <a:tabLst>
                <a:tab pos="364814" algn="l"/>
              </a:tabLst>
            </a:pPr>
            <a:r>
              <a:rPr sz="1815" spc="-9">
                <a:latin typeface="Arial"/>
                <a:cs typeface="Arial"/>
              </a:rPr>
              <a:t>Section</a:t>
            </a:r>
            <a:endParaRPr sz="1815">
              <a:latin typeface="Arial"/>
              <a:cs typeface="Arial"/>
            </a:endParaRPr>
          </a:p>
          <a:p>
            <a:pPr marL="364814" indent="-353288">
              <a:spcBef>
                <a:spcPts val="1180"/>
              </a:spcBef>
              <a:buChar char="•"/>
              <a:tabLst>
                <a:tab pos="364814" algn="l"/>
              </a:tabLst>
            </a:pPr>
            <a:r>
              <a:rPr sz="1815" spc="-9">
                <a:latin typeface="Arial"/>
                <a:cs typeface="Arial"/>
              </a:rPr>
              <a:t>Article</a:t>
            </a:r>
            <a:endParaRPr sz="1815">
              <a:latin typeface="Arial"/>
              <a:cs typeface="Arial"/>
            </a:endParaRPr>
          </a:p>
          <a:p>
            <a:pPr marL="364814" indent="-353288">
              <a:spcBef>
                <a:spcPts val="1198"/>
              </a:spcBef>
              <a:buChar char="•"/>
              <a:tabLst>
                <a:tab pos="364814" algn="l"/>
              </a:tabLst>
            </a:pPr>
            <a:r>
              <a:rPr sz="1815" spc="-9">
                <a:latin typeface="Arial"/>
                <a:cs typeface="Arial"/>
              </a:rPr>
              <a:t>Figure</a:t>
            </a:r>
            <a:endParaRPr sz="1815">
              <a:latin typeface="Arial"/>
              <a:cs typeface="Arial"/>
            </a:endParaRPr>
          </a:p>
          <a:p>
            <a:pPr marL="364814" indent="-353288">
              <a:spcBef>
                <a:spcPts val="1175"/>
              </a:spcBef>
              <a:buChar char="•"/>
              <a:tabLst>
                <a:tab pos="364814" algn="l"/>
              </a:tabLst>
            </a:pPr>
            <a:r>
              <a:rPr sz="1815" spc="-86">
                <a:latin typeface="Arial"/>
                <a:cs typeface="Arial"/>
              </a:rPr>
              <a:t>Figcaption</a:t>
            </a:r>
            <a:endParaRPr sz="1815">
              <a:latin typeface="Arial"/>
              <a:cs typeface="Arial"/>
            </a:endParaRPr>
          </a:p>
          <a:p>
            <a:pPr marL="364814" indent="-353288">
              <a:spcBef>
                <a:spcPts val="1175"/>
              </a:spcBef>
              <a:buChar char="•"/>
              <a:tabLst>
                <a:tab pos="364814" algn="l"/>
              </a:tabLst>
            </a:pPr>
            <a:r>
              <a:rPr sz="1815" spc="-9">
                <a:latin typeface="Arial"/>
                <a:cs typeface="Arial"/>
              </a:rPr>
              <a:t>Aside</a:t>
            </a:r>
            <a:endParaRPr sz="1815">
              <a:latin typeface="Arial"/>
              <a:cs typeface="Arial"/>
            </a:endParaRPr>
          </a:p>
          <a:p>
            <a:pPr marL="364814" indent="-353288">
              <a:spcBef>
                <a:spcPts val="1175"/>
              </a:spcBef>
              <a:buChar char="•"/>
              <a:tabLst>
                <a:tab pos="364814" algn="l"/>
              </a:tabLst>
            </a:pPr>
            <a:r>
              <a:rPr sz="1815" spc="-9">
                <a:latin typeface="Arial"/>
                <a:cs typeface="Arial"/>
              </a:rPr>
              <a:t>Footer</a:t>
            </a:r>
            <a:endParaRPr sz="1815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E3CAD-1F92-FAC1-1A69-BB5F8694F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002" y="537242"/>
            <a:ext cx="6500116" cy="572620"/>
          </a:xfrm>
        </p:spPr>
        <p:txBody>
          <a:bodyPr>
            <a:normAutofit fontScale="90000"/>
          </a:bodyPr>
          <a:lstStyle/>
          <a:p>
            <a:r>
              <a:rPr lang="en-DK"/>
              <a:t>Validering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7C6769-851B-1D3A-3054-4D1713D7384A}"/>
              </a:ext>
            </a:extLst>
          </p:cNvPr>
          <p:cNvSpPr txBox="1"/>
          <p:nvPr/>
        </p:nvSpPr>
        <p:spPr>
          <a:xfrm>
            <a:off x="2551043" y="1714785"/>
            <a:ext cx="4928804" cy="31282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82988" tIns="41494" rIns="82988" bIns="41494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15366" indent="-315366">
              <a:buFont typeface="Wingdings"/>
              <a:buChar char="§"/>
            </a:pPr>
            <a:r>
              <a:rPr lang="en-US" sz="2541">
                <a:solidFill>
                  <a:srgbClr val="404040"/>
                </a:solidFill>
                <a:latin typeface="Trebuchet MS"/>
              </a:rPr>
              <a:t>Check your code for syntax errors</a:t>
            </a:r>
          </a:p>
          <a:p>
            <a:pPr marL="672227" indent="-257272">
              <a:buFont typeface="Wingdings"/>
              <a:buChar char="§"/>
            </a:pPr>
            <a:r>
              <a:rPr lang="en-US" sz="2178">
                <a:solidFill>
                  <a:srgbClr val="404040"/>
                </a:solidFill>
                <a:latin typeface="Trebuchet MS"/>
              </a:rPr>
              <a:t>Benefit:</a:t>
            </a:r>
          </a:p>
          <a:p>
            <a:pPr marL="1037387" indent="-207477">
              <a:buFont typeface="Wingdings"/>
              <a:buChar char="§"/>
            </a:pPr>
            <a:r>
              <a:rPr lang="en-US" sz="2178">
                <a:solidFill>
                  <a:srgbClr val="404040"/>
                </a:solidFill>
                <a:latin typeface="Trebuchet MS"/>
              </a:rPr>
              <a:t>Valid code </a:t>
            </a:r>
            <a:r>
              <a:rPr lang="en-US" sz="2178">
                <a:solidFill>
                  <a:srgbClr val="404040"/>
                </a:solidFill>
                <a:latin typeface="Trebuchet MS"/>
                <a:sym typeface="Wingdings"/>
              </a:rPr>
              <a:t></a:t>
            </a:r>
            <a:r>
              <a:rPr lang="en-US" sz="2178">
                <a:solidFill>
                  <a:srgbClr val="404040"/>
                </a:solidFill>
                <a:latin typeface="Trebuchet MS"/>
              </a:rPr>
              <a:t> </a:t>
            </a:r>
            <a:br>
              <a:rPr lang="en-US" sz="2178">
                <a:solidFill>
                  <a:srgbClr val="404040"/>
                </a:solidFill>
                <a:latin typeface="Trebuchet MS"/>
              </a:rPr>
            </a:br>
            <a:r>
              <a:rPr lang="en-US" sz="2178">
                <a:solidFill>
                  <a:srgbClr val="404040"/>
                </a:solidFill>
                <a:latin typeface="Trebuchet MS"/>
              </a:rPr>
              <a:t>more consistent browser display</a:t>
            </a:r>
          </a:p>
          <a:p>
            <a:pPr marL="1037387" indent="-207477"/>
            <a:endParaRPr lang="LID4096" sz="1634"/>
          </a:p>
          <a:p>
            <a:pPr marL="315366" indent="-315366">
              <a:buFont typeface="Wingdings"/>
              <a:buChar char="§"/>
            </a:pPr>
            <a:r>
              <a:rPr lang="en-US" sz="2541">
                <a:solidFill>
                  <a:srgbClr val="404040"/>
                </a:solidFill>
                <a:latin typeface="Trebuchet MS"/>
              </a:rPr>
              <a:t>W3C HTML Validation Tool</a:t>
            </a:r>
          </a:p>
          <a:p>
            <a:pPr marL="672227" indent="-257272">
              <a:buFont typeface="Wingdings"/>
              <a:buChar char="§"/>
            </a:pPr>
            <a:r>
              <a:rPr lang="en-US" sz="1815">
                <a:solidFill>
                  <a:srgbClr val="404040"/>
                </a:solidFill>
                <a:latin typeface="Trebuchet MS"/>
                <a:hlinkClick r:id="rId2"/>
              </a:rPr>
              <a:t>http://validator.w3.org</a:t>
            </a:r>
          </a:p>
        </p:txBody>
      </p:sp>
    </p:spTree>
    <p:extLst>
      <p:ext uri="{BB962C8B-B14F-4D97-AF65-F5344CB8AC3E}">
        <p14:creationId xmlns:p14="http://schemas.microsoft.com/office/powerpoint/2010/main" val="9007912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A0F56-42B8-A544-8973-2BEAA28D9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B4585-B3F8-6E7D-4E45-A90004785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/>
              <a:t>Gruppe Project</a:t>
            </a:r>
          </a:p>
        </p:txBody>
      </p:sp>
      <p:sp>
        <p:nvSpPr>
          <p:cNvPr id="5" name="Pladsholder til indhold 4">
            <a:extLst>
              <a:ext uri="{FF2B5EF4-FFF2-40B4-BE49-F238E27FC236}">
                <a16:creationId xmlns:a16="http://schemas.microsoft.com/office/drawing/2014/main" id="{EBCA25C5-29A8-E6DD-6BF8-5A8241785F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61245757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7D22F97D05A84EA798DB9FF719ECFD" ma:contentTypeVersion="11" ma:contentTypeDescription="Create a new document." ma:contentTypeScope="" ma:versionID="e611e6b837b0511219dbf88544bbacfe">
  <xsd:schema xmlns:xsd="http://www.w3.org/2001/XMLSchema" xmlns:xs="http://www.w3.org/2001/XMLSchema" xmlns:p="http://schemas.microsoft.com/office/2006/metadata/properties" xmlns:ns2="fb282fe6-addb-4abc-8c7a-866097da16fa" xmlns:ns3="9bcbe136-86d6-431b-bacc-0597dda5436c" targetNamespace="http://schemas.microsoft.com/office/2006/metadata/properties" ma:root="true" ma:fieldsID="53af9d73e439efd83706539b7d85d429" ns2:_="" ns3:_="">
    <xsd:import namespace="fb282fe6-addb-4abc-8c7a-866097da16fa"/>
    <xsd:import namespace="9bcbe136-86d6-431b-bacc-0597dda5436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282fe6-addb-4abc-8c7a-866097da16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ad5c13d8-c446-4f20-8680-8f99546cc05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cbe136-86d6-431b-bacc-0597dda5436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a97c979-971d-4a1b-b3bf-8217a717c8f6}" ma:internalName="TaxCatchAll" ma:showField="CatchAllData" ma:web="9bcbe136-86d6-431b-bacc-0597dda5436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b282fe6-addb-4abc-8c7a-866097da16fa">
      <Terms xmlns="http://schemas.microsoft.com/office/infopath/2007/PartnerControls"/>
    </lcf76f155ced4ddcb4097134ff3c332f>
    <TaxCatchAll xmlns="9bcbe136-86d6-431b-bacc-0597dda5436c" xsi:nil="true"/>
  </documentManagement>
</p:properties>
</file>

<file path=customXml/itemProps1.xml><?xml version="1.0" encoding="utf-8"?>
<ds:datastoreItem xmlns:ds="http://schemas.openxmlformats.org/officeDocument/2006/customXml" ds:itemID="{DB1F1D0A-E068-4053-891F-90139FC8843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4F09BE0-C653-42AF-8D4F-F0603F488A57}">
  <ds:schemaRefs>
    <ds:schemaRef ds:uri="9bcbe136-86d6-431b-bacc-0597dda5436c"/>
    <ds:schemaRef ds:uri="fb282fe6-addb-4abc-8c7a-866097da16f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87F13CA-5568-495C-B874-4AE9D187D7B2}">
  <ds:schemaRefs>
    <ds:schemaRef ds:uri="92085a0b-995c-4352-a904-96fa709bce5d"/>
    <ds:schemaRef ds:uri="9bcbe136-86d6-431b-bacc-0597dda5436c"/>
    <ds:schemaRef ds:uri="e849f5a5-735c-42fe-b98c-e71ffb699442"/>
    <ds:schemaRef ds:uri="fb282fe6-addb-4abc-8c7a-866097da16fa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Application>Microsoft Office PowerPoint</Application>
  <PresentationFormat>Widescreen</PresentationFormat>
  <Slides>19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Parcel</vt:lpstr>
      <vt:lpstr> HTML   semantiske elementer</vt:lpstr>
      <vt:lpstr>Form</vt:lpstr>
      <vt:lpstr>Form Control Elements</vt:lpstr>
      <vt:lpstr>FORM CONTROL ELEMENTS Text Entry Input</vt:lpstr>
      <vt:lpstr>FORM CONTROL ELEMENTS Multi-line Text Entry</vt:lpstr>
      <vt:lpstr>Specialized Text Entries (cont’d)</vt:lpstr>
      <vt:lpstr>FORM CONTROL ELEMENTS Custom Buttons</vt:lpstr>
      <vt:lpstr>FORM CONTROL ELEMENTS Radio Buttons</vt:lpstr>
      <vt:lpstr>FORM CONTROL ELEMENTS Checkbox Buttons</vt:lpstr>
      <vt:lpstr>FORM CONTROL ELEMENTS Date and Time Controls</vt:lpstr>
      <vt:lpstr>FORM CONTROL ELEMENTS Numerical Controls</vt:lpstr>
      <vt:lpstr>Labels</vt:lpstr>
      <vt:lpstr>Fieldsets and Legends (cont’d)</vt:lpstr>
      <vt:lpstr>Gruppe exercise</vt:lpstr>
      <vt:lpstr>HTML5 Semantic</vt:lpstr>
      <vt:lpstr>PowerPoint Presentation</vt:lpstr>
      <vt:lpstr>HTML5 Semantic Structure Elements</vt:lpstr>
      <vt:lpstr>Validering</vt:lpstr>
      <vt:lpstr>Gruppe Project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Xiaolei Bi</dc:creator>
  <cp:revision>1</cp:revision>
  <dcterms:created xsi:type="dcterms:W3CDTF">2025-09-26T11:54:37Z</dcterms:created>
  <dcterms:modified xsi:type="dcterms:W3CDTF">2026-09-21T14:34:45Z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0x010100F37D22F97D05A84EA798DB9FF719ECFD</vt:lpwstr>
  </property>
  <property fmtid="{D5CDD505-2E9C-101B-9397-08002B2CF9AE}" pid="3" name="MediaServiceImageTags">
    <vt:lpwstr/>
  </property>
</Properties>
</file>